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_rels/slideMaster12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11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10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9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12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11.xml" ContentType="application/vnd.openxmlformats-officedocument.theme+xml"/>
  <Override PartName="/ppt/theme/theme2.xml" ContentType="application/vnd.openxmlformats-officedocument.theme+xml"/>
  <Override PartName="/ppt/theme/theme1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theme/theme10.xml" ContentType="application/vnd.openxmlformats-officedocument.theme+xml"/>
  <Override PartName="/ppt/slideLayouts/_rels/slideLayout9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s/slide1.xml" ContentType="application/vnd.openxmlformats-officedocument.presentationml.slide+xml"/>
  <Override PartName="/ppt/slides/_rels/slide9.xml.rels" ContentType="application/vnd.openxmlformats-package.relationships+xml"/>
  <Override PartName="/ppt/slides/_rels/slide8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_rels/slide4.xml.rels" ContentType="application/vnd.openxmlformats-package.relationships+xml"/>
  <Override PartName="/ppt/slides/_rels/slide3.xml.rels" ContentType="application/vnd.openxmlformats-package.relationships+xml"/>
  <Override PartName="/ppt/slides/_rels/slide2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_rels/presentation.xml.rels" ContentType="application/vnd.openxmlformats-package.relationships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  <Override PartName="/ppt/media/image6.png" ContentType="image/png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56" r:id="rId6"/>
    <p:sldMasterId id="2147483658" r:id="rId7"/>
    <p:sldMasterId id="2147483660" r:id="rId8"/>
    <p:sldMasterId id="2147483662" r:id="rId9"/>
    <p:sldMasterId id="2147483664" r:id="rId10"/>
    <p:sldMasterId id="2147483666" r:id="rId11"/>
    <p:sldMasterId id="2147483668" r:id="rId12"/>
    <p:sldMasterId id="2147483670" r:id="rId13"/>
  </p:sldMasterIdLst>
  <p:sldIdLst>
    <p:sldId id="256" r:id="rId14"/>
    <p:sldId id="257" r:id="rId15"/>
    <p:sldId id="258" r:id="rId16"/>
    <p:sldId id="259" r:id="rId17"/>
    <p:sldId id="260" r:id="rId18"/>
    <p:sldId id="261" r:id="rId19"/>
    <p:sldId id="262" r:id="rId20"/>
    <p:sldId id="263" r:id="rId21"/>
    <p:sldId id="264" r:id="rId22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slideMaster" Target="slideMasters/slideMaster12.xml"/><Relationship Id="rId14" Type="http://schemas.openxmlformats.org/officeDocument/2006/relationships/slide" Target="slides/slide1.xml"/><Relationship Id="rId15" Type="http://schemas.openxmlformats.org/officeDocument/2006/relationships/slide" Target="slides/slide2.xml"/><Relationship Id="rId16" Type="http://schemas.openxmlformats.org/officeDocument/2006/relationships/slide" Target="slides/slide3.xml"/><Relationship Id="rId17" Type="http://schemas.openxmlformats.org/officeDocument/2006/relationships/slide" Target="slides/slide4.xml"/><Relationship Id="rId18" Type="http://schemas.openxmlformats.org/officeDocument/2006/relationships/slide" Target="slides/slide5.xml"/><Relationship Id="rId19" Type="http://schemas.openxmlformats.org/officeDocument/2006/relationships/slide" Target="slides/slide6.xml"/><Relationship Id="rId20" Type="http://schemas.openxmlformats.org/officeDocument/2006/relationships/slide" Target="slides/slide7.xml"/><Relationship Id="rId21" Type="http://schemas.openxmlformats.org/officeDocument/2006/relationships/slide" Target="slides/slide8.xml"/><Relationship Id="rId22" Type="http://schemas.openxmlformats.org/officeDocument/2006/relationships/slide" Target="slides/slide9.xml"/><Relationship Id="rId23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7BEF19CC-17BD-4518-9866-B3C3A3081347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pt-PT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VERTICAL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BC93F567-1EBC-41A7-8511-325AFD7017A6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pt-PT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_TITLE_AND_VERTICAL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9"/>
          </p:nvPr>
        </p:nvSpPr>
        <p:spPr/>
        <p:txBody>
          <a:bodyPr/>
          <a:p>
            <a:fld id="{72C7D1D0-84BA-4700-98CD-8506206559EE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7"/>
          </p:nvPr>
        </p:nvSpPr>
        <p:spPr/>
        <p:txBody>
          <a:bodyPr/>
          <a:p>
            <a:r>
              <a:rPr lang="pt-PT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pt-PT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pt-PT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2"/>
          </p:nvPr>
        </p:nvSpPr>
        <p:spPr/>
        <p:txBody>
          <a:bodyPr/>
          <a:p>
            <a:fld id="{E782B815-2B4B-4C0E-B612-B4630F6530CF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0"/>
          </p:nvPr>
        </p:nvSpPr>
        <p:spPr/>
        <p:txBody>
          <a:bodyPr/>
          <a:p>
            <a:r>
              <a:rPr lang="pt-PT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pt-PT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PT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5"/>
          </p:nvPr>
        </p:nvSpPr>
        <p:spPr/>
        <p:txBody>
          <a:bodyPr/>
          <a:p>
            <a:fld id="{6664C4B0-2E0C-4757-A048-8E7987EF36CA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3"/>
          </p:nvPr>
        </p:nvSpPr>
        <p:spPr/>
        <p:txBody>
          <a:bodyPr/>
          <a:p>
            <a:r>
              <a:rPr lang="pt-PT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_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8"/>
          </p:nvPr>
        </p:nvSpPr>
        <p:spPr/>
        <p:txBody>
          <a:bodyPr/>
          <a:p>
            <a:fld id="{53BBEF0C-A18C-482D-9BC1-BF36BB728719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6"/>
          </p:nvPr>
        </p:nvSpPr>
        <p:spPr/>
        <p:txBody>
          <a:bodyPr/>
          <a:p>
            <a:r>
              <a:rPr lang="pt-PT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_OBJEC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pt-PT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PT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PT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1"/>
          </p:nvPr>
        </p:nvSpPr>
        <p:spPr/>
        <p:txBody>
          <a:bodyPr/>
          <a:p>
            <a:fld id="{E2D8B595-3D78-44B4-BF03-DAFFE40E74A2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9"/>
          </p:nvPr>
        </p:nvSpPr>
        <p:spPr/>
        <p:txBody>
          <a:bodyPr/>
          <a:p>
            <a:r>
              <a:rPr lang="pt-PT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WO_OBJECTS_WITH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4"/>
          </p:nvPr>
        </p:nvSpPr>
        <p:spPr/>
        <p:txBody>
          <a:bodyPr/>
          <a:p>
            <a:fld id="{DC2F886D-B532-4D8F-9374-55D78E3FE601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2"/>
          </p:nvPr>
        </p:nvSpPr>
        <p:spPr/>
        <p:txBody>
          <a:bodyPr/>
          <a:p>
            <a:r>
              <a:rPr lang="pt-PT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_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pt-PT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7"/>
          </p:nvPr>
        </p:nvSpPr>
        <p:spPr/>
        <p:txBody>
          <a:bodyPr/>
          <a:p>
            <a:fld id="{8AB2D57F-8250-4DD7-8D06-9F663884388A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5"/>
          </p:nvPr>
        </p:nvSpPr>
        <p:spPr/>
        <p:txBody>
          <a:bodyPr/>
          <a:p>
            <a:r>
              <a:rPr lang="pt-PT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OBJECT_WITH_CAPTION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0"/>
          </p:nvPr>
        </p:nvSpPr>
        <p:spPr/>
        <p:txBody>
          <a:bodyPr/>
          <a:p>
            <a:fld id="{6C64F8D1-42AA-4C48-8D1F-67BB1A70D9F0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8"/>
          </p:nvPr>
        </p:nvSpPr>
        <p:spPr/>
        <p:txBody>
          <a:bodyPr/>
          <a:p>
            <a:r>
              <a:rPr lang="pt-PT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_WITH_CAPTION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3"/>
          </p:nvPr>
        </p:nvSpPr>
        <p:spPr/>
        <p:txBody>
          <a:bodyPr/>
          <a:p>
            <a:fld id="{84A8D019-1843-4CA1-BC67-EF365EDB3B3E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1"/>
          </p:nvPr>
        </p:nvSpPr>
        <p:spPr/>
        <p:txBody>
          <a:bodyPr/>
          <a:p>
            <a:r>
              <a:rPr lang="pt-PT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_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6"/>
          </p:nvPr>
        </p:nvSpPr>
        <p:spPr/>
        <p:txBody>
          <a:bodyPr/>
          <a:p>
            <a:fld id="{364D44FD-8504-4593-9892-6066163ADB60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4"/>
          </p:nvPr>
        </p:nvSpPr>
        <p:spPr/>
        <p:txBody>
          <a:bodyPr/>
          <a:p>
            <a:r>
              <a:rPr lang="pt-PT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4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5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slideLayout" Target="../slideLayouts/slideLayout7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slideLayout" Target="../slideLayouts/slideLayout8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slideLayout" Target="../slideLayouts/slideLayout9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slideLayout" Target="../slideLayouts/slideLayout10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slideLayout" Target="../slideLayouts/slideLayout11.xml"/>
</Relationships>
</file>

<file path=ppt/slideMasters/_rels/slideMaster12.xml.rels><?xml version="1.0" encoding="UTF-8"?>
<Relationships xmlns="http://schemas.openxmlformats.org/package/2006/relationships"><Relationship Id="rId1" Type="http://schemas.openxmlformats.org/officeDocument/2006/relationships/theme" Target="../theme/theme12.xml"/><Relationship Id="rId2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pt-PT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pt-PT" sz="1400" spc="-1" strike="noStrike">
                <a:solidFill>
                  <a:srgbClr val="000000"/>
                </a:solidFill>
                <a:latin typeface="Times New Roman"/>
              </a:rPr>
              <a:t>&lt;data/hora&gt;</a:t>
            </a:r>
            <a:endParaRPr b="0" lang="pt-PT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pt-PT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pt-PT" sz="1400" spc="-1" strike="noStrike">
                <a:solidFill>
                  <a:srgbClr val="000000"/>
                </a:solidFill>
                <a:latin typeface="Times New Roman"/>
              </a:rPr>
              <a:t>&lt;rodapé&gt;</a:t>
            </a:r>
            <a:endParaRPr b="0" lang="pt-PT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88888"/>
                </a:solidFill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940BCC5C-1D28-4C50-A99A-460EC032B647}" type="slidenum">
              <a:rPr b="0" lang="en-US" sz="1200" spc="-1" strike="noStrike">
                <a:solidFill>
                  <a:srgbClr val="888888"/>
                </a:solidFill>
                <a:latin typeface="Calibri"/>
                <a:ea typeface="Calibri"/>
              </a:rPr>
              <a:t>&lt;número&gt;</a:t>
            </a:fld>
            <a:endParaRPr b="0" lang="pt-PT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pt-PT" sz="1400" spc="-1" strike="noStrike">
                <a:solidFill>
                  <a:srgbClr val="000000"/>
                </a:solidFill>
                <a:latin typeface="Arial"/>
              </a:rPr>
              <a:t>Clique para editar o formato do título</a:t>
            </a:r>
            <a:endParaRPr b="0" lang="pt-PT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400" spc="-1" strike="noStrike">
                <a:solidFill>
                  <a:srgbClr val="000000"/>
                </a:solidFill>
                <a:latin typeface="Arial"/>
              </a:rPr>
              <a:t>Clique para editar o formato de texto dos tópicos</a:t>
            </a:r>
            <a:endParaRPr b="0" lang="pt-PT" sz="1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PT" sz="1400" spc="-1" strike="noStrike">
                <a:solidFill>
                  <a:srgbClr val="000000"/>
                </a:solidFill>
                <a:latin typeface="Arial"/>
              </a:rPr>
              <a:t>Segundo nível de tópicos</a:t>
            </a:r>
            <a:endParaRPr b="0" lang="pt-PT" sz="14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400" spc="-1" strike="noStrike">
                <a:solidFill>
                  <a:srgbClr val="000000"/>
                </a:solidFill>
                <a:latin typeface="Arial"/>
              </a:rPr>
              <a:t>Terceiro nível de tópicos</a:t>
            </a:r>
            <a:endParaRPr b="0" lang="pt-PT" sz="1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PT" sz="1400" spc="-1" strike="noStrike">
                <a:solidFill>
                  <a:srgbClr val="000000"/>
                </a:solidFill>
                <a:latin typeface="Arial"/>
              </a:rPr>
              <a:t>Quarto nível de tópicos</a:t>
            </a:r>
            <a:endParaRPr b="0" lang="pt-PT" sz="14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2000" spc="-1" strike="noStrike">
                <a:solidFill>
                  <a:srgbClr val="000000"/>
                </a:solidFill>
                <a:latin typeface="Arial"/>
              </a:rPr>
              <a:t>Quinto nível de tópicos</a:t>
            </a:r>
            <a:endParaRPr b="0" lang="pt-PT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2000" spc="-1" strike="noStrike">
                <a:solidFill>
                  <a:srgbClr val="000000"/>
                </a:solidFill>
                <a:latin typeface="Arial"/>
              </a:rPr>
              <a:t>Sexto nível de tópicos</a:t>
            </a:r>
            <a:endParaRPr b="0" lang="pt-PT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2000" spc="-1" strike="noStrike">
                <a:solidFill>
                  <a:srgbClr val="000000"/>
                </a:solidFill>
                <a:latin typeface="Arial"/>
              </a:rPr>
              <a:t>Sétimo nível de tópicos</a:t>
            </a:r>
            <a:endParaRPr b="0" lang="pt-PT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 fontScale="93422" lnSpcReduction="20000"/>
          </a:bodyPr>
          <a:p>
            <a:pPr indent="0">
              <a:buNone/>
            </a:pPr>
            <a:r>
              <a:rPr b="0" lang="pt-PT" sz="4400" spc="-1" strike="noStrike">
                <a:solidFill>
                  <a:srgbClr val="000000"/>
                </a:solidFill>
                <a:latin typeface="Arial"/>
              </a:rPr>
              <a:t>Clique para editar o formato do título</a:t>
            </a:r>
            <a:endParaRPr b="0" lang="pt-PT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body"/>
          </p:nvPr>
        </p:nvSpPr>
        <p:spPr>
          <a:xfrm rot="5400000">
            <a:off x="2309400" y="-251640"/>
            <a:ext cx="4525560" cy="8229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74992" lnSpcReduction="20000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3200" spc="-1" strike="noStrike">
                <a:solidFill>
                  <a:srgbClr val="000000"/>
                </a:solidFill>
                <a:latin typeface="Arial"/>
              </a:rPr>
              <a:t>Clique para editar o formato de texto dos tópicos</a:t>
            </a:r>
            <a:endParaRPr b="0" lang="pt-PT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PT" sz="3200" spc="-1" strike="noStrike">
                <a:solidFill>
                  <a:srgbClr val="000000"/>
                </a:solidFill>
                <a:latin typeface="Arial"/>
              </a:rPr>
              <a:t>Segundo nível de tópicos</a:t>
            </a:r>
            <a:endParaRPr b="0" lang="pt-PT" sz="32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3200" spc="-1" strike="noStrike">
                <a:solidFill>
                  <a:srgbClr val="000000"/>
                </a:solidFill>
                <a:latin typeface="Arial"/>
              </a:rPr>
              <a:t>Terceiro nível de tópicos</a:t>
            </a:r>
            <a:endParaRPr b="0" lang="pt-PT" sz="32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PT" sz="3200" spc="-1" strike="noStrike">
                <a:solidFill>
                  <a:srgbClr val="000000"/>
                </a:solidFill>
                <a:latin typeface="Arial"/>
              </a:rPr>
              <a:t>Quarto nível de tópicos</a:t>
            </a:r>
            <a:endParaRPr b="0" lang="pt-PT" sz="32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3200" spc="-1" strike="noStrike">
                <a:solidFill>
                  <a:srgbClr val="000000"/>
                </a:solidFill>
                <a:latin typeface="Arial"/>
              </a:rPr>
              <a:t>Quinto nível de tópicos</a:t>
            </a:r>
            <a:endParaRPr b="0" lang="pt-PT" sz="32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3200" spc="-1" strike="noStrike">
                <a:solidFill>
                  <a:srgbClr val="000000"/>
                </a:solidFill>
                <a:latin typeface="Arial"/>
              </a:rPr>
              <a:t>Sexto nível de tópicos</a:t>
            </a:r>
            <a:endParaRPr b="0" lang="pt-PT" sz="32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3200" spc="-1" strike="noStrike">
                <a:solidFill>
                  <a:srgbClr val="000000"/>
                </a:solidFill>
                <a:latin typeface="Arial"/>
              </a:rPr>
              <a:t>Sétimo nível de tópicos</a:t>
            </a:r>
            <a:endParaRPr b="0" lang="pt-PT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pt-PT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pt-PT" sz="1400" spc="-1" strike="noStrike">
                <a:solidFill>
                  <a:srgbClr val="000000"/>
                </a:solidFill>
                <a:latin typeface="Times New Roman"/>
              </a:rPr>
              <a:t>&lt;data/hora&gt;</a:t>
            </a:r>
            <a:endParaRPr b="0" lang="pt-PT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pt-PT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pt-PT" sz="1400" spc="-1" strike="noStrike">
                <a:solidFill>
                  <a:srgbClr val="000000"/>
                </a:solidFill>
                <a:latin typeface="Times New Roman"/>
              </a:rPr>
              <a:t>&lt;rodapé&gt;</a:t>
            </a:r>
            <a:endParaRPr b="0" lang="pt-PT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88888"/>
                </a:solidFill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2B52CD6-276C-4A04-8602-F8182FC9DB98}" type="slidenum">
              <a:rPr b="0" lang="en-US" sz="1200" spc="-1" strike="noStrike">
                <a:solidFill>
                  <a:srgbClr val="888888"/>
                </a:solidFill>
                <a:latin typeface="Calibri"/>
                <a:ea typeface="Calibri"/>
              </a:rPr>
              <a:t>&lt;número&gt;</a:t>
            </a:fld>
            <a:endParaRPr b="0" lang="pt-PT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title"/>
          </p:nvPr>
        </p:nvSpPr>
        <p:spPr>
          <a:xfrm rot="5400000">
            <a:off x="4732560" y="2171520"/>
            <a:ext cx="5851080" cy="2057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>
              <a:buNone/>
            </a:pPr>
            <a:r>
              <a:rPr b="0" lang="pt-PT" sz="4400" spc="-1" strike="noStrike">
                <a:solidFill>
                  <a:srgbClr val="000000"/>
                </a:solidFill>
                <a:latin typeface="Arial"/>
              </a:rPr>
              <a:t>Clique para editar o formato do título</a:t>
            </a:r>
            <a:endParaRPr b="0" lang="pt-PT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PlaceHolder 2"/>
          <p:cNvSpPr>
            <a:spLocks noGrp="1"/>
          </p:cNvSpPr>
          <p:nvPr>
            <p:ph type="body"/>
          </p:nvPr>
        </p:nvSpPr>
        <p:spPr>
          <a:xfrm rot="5400000">
            <a:off x="541800" y="190080"/>
            <a:ext cx="5851080" cy="6019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96865" lnSpcReduction="10000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3200" spc="-1" strike="noStrike">
                <a:solidFill>
                  <a:srgbClr val="000000"/>
                </a:solidFill>
                <a:latin typeface="Arial"/>
              </a:rPr>
              <a:t>Clique para editar o formato de texto dos tópicos</a:t>
            </a:r>
            <a:endParaRPr b="0" lang="pt-PT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PT" sz="3200" spc="-1" strike="noStrike">
                <a:solidFill>
                  <a:srgbClr val="000000"/>
                </a:solidFill>
                <a:latin typeface="Arial"/>
              </a:rPr>
              <a:t>Segundo nível de tópicos</a:t>
            </a:r>
            <a:endParaRPr b="0" lang="pt-PT" sz="32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3200" spc="-1" strike="noStrike">
                <a:solidFill>
                  <a:srgbClr val="000000"/>
                </a:solidFill>
                <a:latin typeface="Arial"/>
              </a:rPr>
              <a:t>Terceiro nível de tópicos</a:t>
            </a:r>
            <a:endParaRPr b="0" lang="pt-PT" sz="32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PT" sz="3200" spc="-1" strike="noStrike">
                <a:solidFill>
                  <a:srgbClr val="000000"/>
                </a:solidFill>
                <a:latin typeface="Arial"/>
              </a:rPr>
              <a:t>Quarto nível de tópicos</a:t>
            </a:r>
            <a:endParaRPr b="0" lang="pt-PT" sz="32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3200" spc="-1" strike="noStrike">
                <a:solidFill>
                  <a:srgbClr val="000000"/>
                </a:solidFill>
                <a:latin typeface="Arial"/>
              </a:rPr>
              <a:t>Quinto nível de tópicos</a:t>
            </a:r>
            <a:endParaRPr b="0" lang="pt-PT" sz="32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3200" spc="-1" strike="noStrike">
                <a:solidFill>
                  <a:srgbClr val="000000"/>
                </a:solidFill>
                <a:latin typeface="Arial"/>
              </a:rPr>
              <a:t>Sexto nível de tópicos</a:t>
            </a:r>
            <a:endParaRPr b="0" lang="pt-PT" sz="32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3200" spc="-1" strike="noStrike">
                <a:solidFill>
                  <a:srgbClr val="000000"/>
                </a:solidFill>
                <a:latin typeface="Arial"/>
              </a:rPr>
              <a:t>Sétimo nível de tópicos</a:t>
            </a:r>
            <a:endParaRPr b="0" lang="pt-PT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pt-PT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pt-PT" sz="1400" spc="-1" strike="noStrike">
                <a:solidFill>
                  <a:srgbClr val="000000"/>
                </a:solidFill>
                <a:latin typeface="Times New Roman"/>
              </a:rPr>
              <a:t>&lt;data/hora&gt;</a:t>
            </a:r>
            <a:endParaRPr b="0" lang="pt-PT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pt-PT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pt-PT" sz="1400" spc="-1" strike="noStrike">
                <a:solidFill>
                  <a:srgbClr val="000000"/>
                </a:solidFill>
                <a:latin typeface="Times New Roman"/>
              </a:rPr>
              <a:t>&lt;rodapé&gt;</a:t>
            </a:r>
            <a:endParaRPr b="0" lang="pt-PT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88888"/>
                </a:solidFill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94028D63-F4C3-49F8-A90E-18590B7A738E}" type="slidenum">
              <a:rPr b="0" lang="en-US" sz="1200" spc="-1" strike="noStrike">
                <a:solidFill>
                  <a:srgbClr val="888888"/>
                </a:solidFill>
                <a:latin typeface="Calibri"/>
                <a:ea typeface="Calibri"/>
              </a:rPr>
              <a:t>&lt;número&gt;</a:t>
            </a:fld>
            <a:endParaRPr b="0" lang="pt-PT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3" r:id="rId2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2040" cy="1469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>
              <a:buNone/>
            </a:pPr>
            <a:r>
              <a:rPr b="0" lang="pt-PT" sz="4400" spc="-1" strike="noStrike">
                <a:solidFill>
                  <a:srgbClr val="000000"/>
                </a:solidFill>
                <a:latin typeface="Arial"/>
              </a:rPr>
              <a:t>Clique para editar o formato do título</a:t>
            </a:r>
            <a:endParaRPr b="0" lang="pt-PT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pt-PT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pt-PT" sz="1400" spc="-1" strike="noStrike">
                <a:solidFill>
                  <a:srgbClr val="000000"/>
                </a:solidFill>
                <a:latin typeface="Times New Roman"/>
              </a:rPr>
              <a:t>&lt;data/hora&gt;</a:t>
            </a:r>
            <a:endParaRPr b="0" lang="pt-PT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pt-PT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pt-PT" sz="1400" spc="-1" strike="noStrike">
                <a:solidFill>
                  <a:srgbClr val="000000"/>
                </a:solidFill>
                <a:latin typeface="Times New Roman"/>
              </a:rPr>
              <a:t>&lt;rodapé&gt;</a:t>
            </a:r>
            <a:endParaRPr b="0" lang="pt-PT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88888"/>
                </a:solidFill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4098E843-CE2F-479E-B883-DD5DB6F2EC11}" type="slidenum">
              <a:rPr b="0" lang="en-US" sz="1200" spc="-1" strike="noStrike">
                <a:solidFill>
                  <a:srgbClr val="888888"/>
                </a:solidFill>
                <a:latin typeface="Calibri"/>
                <a:ea typeface="Calibri"/>
              </a:rPr>
              <a:t>&lt;número&gt;</a:t>
            </a:fld>
            <a:endParaRPr b="0" lang="pt-PT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5" r:id="rId2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 fontScale="93422" lnSpcReduction="20000"/>
          </a:bodyPr>
          <a:p>
            <a:pPr indent="0">
              <a:buNone/>
            </a:pPr>
            <a:r>
              <a:rPr b="0" lang="pt-PT" sz="4400" spc="-1" strike="noStrike">
                <a:solidFill>
                  <a:srgbClr val="000000"/>
                </a:solidFill>
                <a:latin typeface="Arial"/>
              </a:rPr>
              <a:t>Clique para editar o formato do título</a:t>
            </a:r>
            <a:endParaRPr b="0" lang="pt-PT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3200" spc="-1" strike="noStrike">
                <a:solidFill>
                  <a:srgbClr val="000000"/>
                </a:solidFill>
                <a:latin typeface="Arial"/>
              </a:rPr>
              <a:t>Clique para editar o formato de texto dos tópicos</a:t>
            </a:r>
            <a:endParaRPr b="0" lang="pt-PT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PT" sz="3200" spc="-1" strike="noStrike">
                <a:solidFill>
                  <a:srgbClr val="000000"/>
                </a:solidFill>
                <a:latin typeface="Arial"/>
              </a:rPr>
              <a:t>Segundo nível de tópicos</a:t>
            </a:r>
            <a:endParaRPr b="0" lang="pt-PT" sz="32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3200" spc="-1" strike="noStrike">
                <a:solidFill>
                  <a:srgbClr val="000000"/>
                </a:solidFill>
                <a:latin typeface="Arial"/>
              </a:rPr>
              <a:t>Terceiro nível de tópicos</a:t>
            </a:r>
            <a:endParaRPr b="0" lang="pt-PT" sz="32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PT" sz="3200" spc="-1" strike="noStrike">
                <a:solidFill>
                  <a:srgbClr val="000000"/>
                </a:solidFill>
                <a:latin typeface="Arial"/>
              </a:rPr>
              <a:t>Quarto nível de tópicos</a:t>
            </a:r>
            <a:endParaRPr b="0" lang="pt-PT" sz="32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3200" spc="-1" strike="noStrike">
                <a:solidFill>
                  <a:srgbClr val="000000"/>
                </a:solidFill>
                <a:latin typeface="Arial"/>
              </a:rPr>
              <a:t>Quinto nível de tópicos</a:t>
            </a:r>
            <a:endParaRPr b="0" lang="pt-PT" sz="32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3200" spc="-1" strike="noStrike">
                <a:solidFill>
                  <a:srgbClr val="000000"/>
                </a:solidFill>
                <a:latin typeface="Arial"/>
              </a:rPr>
              <a:t>Sexto nível de tópicos</a:t>
            </a:r>
            <a:endParaRPr b="0" lang="pt-PT" sz="32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3200" spc="-1" strike="noStrike">
                <a:solidFill>
                  <a:srgbClr val="000000"/>
                </a:solidFill>
                <a:latin typeface="Arial"/>
              </a:rPr>
              <a:t>Sétimo nível de tópicos</a:t>
            </a:r>
            <a:endParaRPr b="0" lang="pt-PT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pt-PT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pt-PT" sz="1400" spc="-1" strike="noStrike">
                <a:solidFill>
                  <a:srgbClr val="000000"/>
                </a:solidFill>
                <a:latin typeface="Times New Roman"/>
              </a:rPr>
              <a:t>&lt;data/hora&gt;</a:t>
            </a:r>
            <a:endParaRPr b="0" lang="pt-PT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pt-PT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pt-PT" sz="1400" spc="-1" strike="noStrike">
                <a:solidFill>
                  <a:srgbClr val="000000"/>
                </a:solidFill>
                <a:latin typeface="Times New Roman"/>
              </a:rPr>
              <a:t>&lt;rodapé&gt;</a:t>
            </a:r>
            <a:endParaRPr b="0" lang="pt-PT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88888"/>
                </a:solidFill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A637A3AA-42FD-45D5-A4E7-7C1F332A240F}" type="slidenum">
              <a:rPr b="0" lang="en-US" sz="1200" spc="-1" strike="noStrike">
                <a:solidFill>
                  <a:srgbClr val="888888"/>
                </a:solidFill>
                <a:latin typeface="Calibri"/>
                <a:ea typeface="Calibri"/>
              </a:rPr>
              <a:t>&lt;número&gt;</a:t>
            </a:fld>
            <a:endParaRPr b="0" lang="pt-PT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7" r:id="rId2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2040" cy="1361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>
              <a:buNone/>
            </a:pPr>
            <a:r>
              <a:rPr b="0" lang="pt-PT" sz="4000" spc="-1" strike="noStrike">
                <a:solidFill>
                  <a:srgbClr val="000000"/>
                </a:solidFill>
                <a:latin typeface="Arial"/>
              </a:rPr>
              <a:t>Clique para editar o formato do título</a:t>
            </a:r>
            <a:endParaRPr b="0" lang="pt-PT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2040" cy="149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 fontScale="43472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2000" spc="-1" strike="noStrike">
                <a:solidFill>
                  <a:srgbClr val="000000"/>
                </a:solidFill>
                <a:latin typeface="Arial"/>
              </a:rPr>
              <a:t>Clique para editar o formato de texto dos tópicos</a:t>
            </a:r>
            <a:endParaRPr b="0" lang="pt-PT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PT" sz="2000" spc="-1" strike="noStrike">
                <a:solidFill>
                  <a:srgbClr val="000000"/>
                </a:solidFill>
                <a:latin typeface="Arial"/>
              </a:rPr>
              <a:t>Segundo nível de tópicos</a:t>
            </a:r>
            <a:endParaRPr b="0" lang="pt-PT" sz="20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2000" spc="-1" strike="noStrike">
                <a:solidFill>
                  <a:srgbClr val="000000"/>
                </a:solidFill>
                <a:latin typeface="Arial"/>
              </a:rPr>
              <a:t>Terceiro nível de tópicos</a:t>
            </a:r>
            <a:endParaRPr b="0" lang="pt-PT" sz="20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PT" sz="2000" spc="-1" strike="noStrike">
                <a:solidFill>
                  <a:srgbClr val="000000"/>
                </a:solidFill>
                <a:latin typeface="Arial"/>
              </a:rPr>
              <a:t>Quarto nível de tópicos</a:t>
            </a:r>
            <a:endParaRPr b="0" lang="pt-PT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2000" spc="-1" strike="noStrike">
                <a:solidFill>
                  <a:srgbClr val="000000"/>
                </a:solidFill>
                <a:latin typeface="Arial"/>
              </a:rPr>
              <a:t>Quinto nível de tópicos</a:t>
            </a:r>
            <a:endParaRPr b="0" lang="pt-PT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2000" spc="-1" strike="noStrike">
                <a:solidFill>
                  <a:srgbClr val="000000"/>
                </a:solidFill>
                <a:latin typeface="Arial"/>
              </a:rPr>
              <a:t>Sexto nível de tópicos</a:t>
            </a:r>
            <a:endParaRPr b="0" lang="pt-PT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2000" spc="-1" strike="noStrike">
                <a:solidFill>
                  <a:srgbClr val="000000"/>
                </a:solidFill>
                <a:latin typeface="Arial"/>
              </a:rPr>
              <a:t>Sétimo nível de tópicos</a:t>
            </a:r>
            <a:endParaRPr b="0" lang="pt-PT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pt-PT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pt-PT" sz="1400" spc="-1" strike="noStrike">
                <a:solidFill>
                  <a:srgbClr val="000000"/>
                </a:solidFill>
                <a:latin typeface="Times New Roman"/>
              </a:rPr>
              <a:t>&lt;data/hora&gt;</a:t>
            </a:r>
            <a:endParaRPr b="0" lang="pt-PT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PlaceHolder 4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pt-PT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pt-PT" sz="1400" spc="-1" strike="noStrike">
                <a:solidFill>
                  <a:srgbClr val="000000"/>
                </a:solidFill>
                <a:latin typeface="Times New Roman"/>
              </a:rPr>
              <a:t>&lt;rodapé&gt;</a:t>
            </a:r>
            <a:endParaRPr b="0" lang="pt-PT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" name="PlaceHolder 5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88888"/>
                </a:solidFill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58AFB32D-AE39-47F1-8388-155735965645}" type="slidenum">
              <a:rPr b="0" lang="en-US" sz="1200" spc="-1" strike="noStrike">
                <a:solidFill>
                  <a:srgbClr val="888888"/>
                </a:solidFill>
                <a:latin typeface="Calibri"/>
                <a:ea typeface="Calibri"/>
              </a:rPr>
              <a:t>&lt;número&gt;</a:t>
            </a:fld>
            <a:endParaRPr b="0" lang="pt-PT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9" r:id="rId2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 fontScale="93422" lnSpcReduction="20000"/>
          </a:bodyPr>
          <a:p>
            <a:pPr indent="0">
              <a:buNone/>
            </a:pPr>
            <a:r>
              <a:rPr b="0" lang="pt-PT" sz="4400" spc="-1" strike="noStrike">
                <a:solidFill>
                  <a:srgbClr val="000000"/>
                </a:solidFill>
                <a:latin typeface="Arial"/>
              </a:rPr>
              <a:t>Clique para editar o formato do título</a:t>
            </a:r>
            <a:endParaRPr b="0" lang="pt-PT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68556" lnSpcReduction="10000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2800" spc="-1" strike="noStrike">
                <a:solidFill>
                  <a:srgbClr val="000000"/>
                </a:solidFill>
                <a:latin typeface="Arial"/>
              </a:rPr>
              <a:t>Clique para editar o formato de texto dos tópicos</a:t>
            </a:r>
            <a:endParaRPr b="0" lang="pt-PT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PT" sz="2800" spc="-1" strike="noStrike">
                <a:solidFill>
                  <a:srgbClr val="000000"/>
                </a:solidFill>
                <a:latin typeface="Arial"/>
              </a:rPr>
              <a:t>Segundo nível de tópicos</a:t>
            </a:r>
            <a:endParaRPr b="0" lang="pt-PT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2800" spc="-1" strike="noStrike">
                <a:solidFill>
                  <a:srgbClr val="000000"/>
                </a:solidFill>
                <a:latin typeface="Arial"/>
              </a:rPr>
              <a:t>Terceiro nível de tópicos</a:t>
            </a:r>
            <a:endParaRPr b="0" lang="pt-PT" sz="2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PT" sz="2800" spc="-1" strike="noStrike">
                <a:solidFill>
                  <a:srgbClr val="000000"/>
                </a:solidFill>
                <a:latin typeface="Arial"/>
              </a:rPr>
              <a:t>Quarto nível de tópicos</a:t>
            </a:r>
            <a:endParaRPr b="0" lang="pt-PT" sz="2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2800" spc="-1" strike="noStrike">
                <a:solidFill>
                  <a:srgbClr val="000000"/>
                </a:solidFill>
                <a:latin typeface="Arial"/>
              </a:rPr>
              <a:t>Quinto nível de tópicos</a:t>
            </a:r>
            <a:endParaRPr b="0" lang="pt-PT" sz="2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2800" spc="-1" strike="noStrike">
                <a:solidFill>
                  <a:srgbClr val="000000"/>
                </a:solidFill>
                <a:latin typeface="Arial"/>
              </a:rPr>
              <a:t>Sexto nível de tópicos</a:t>
            </a:r>
            <a:endParaRPr b="0" lang="pt-PT" sz="2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2800" spc="-1" strike="noStrike">
                <a:solidFill>
                  <a:srgbClr val="000000"/>
                </a:solidFill>
                <a:latin typeface="Arial"/>
              </a:rPr>
              <a:t>Sétimo nível de tópicos</a:t>
            </a:r>
            <a:endParaRPr b="0" lang="pt-PT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68556" lnSpcReduction="10000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2800" spc="-1" strike="noStrike">
                <a:solidFill>
                  <a:srgbClr val="000000"/>
                </a:solidFill>
                <a:latin typeface="Arial"/>
              </a:rPr>
              <a:t>Clique para editar o formato de texto dos tópicos</a:t>
            </a:r>
            <a:endParaRPr b="0" lang="pt-PT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PT" sz="2800" spc="-1" strike="noStrike">
                <a:solidFill>
                  <a:srgbClr val="000000"/>
                </a:solidFill>
                <a:latin typeface="Arial"/>
              </a:rPr>
              <a:t>Segundo nível de tópicos</a:t>
            </a:r>
            <a:endParaRPr b="0" lang="pt-PT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2800" spc="-1" strike="noStrike">
                <a:solidFill>
                  <a:srgbClr val="000000"/>
                </a:solidFill>
                <a:latin typeface="Arial"/>
              </a:rPr>
              <a:t>Terceiro nível de tópicos</a:t>
            </a:r>
            <a:endParaRPr b="0" lang="pt-PT" sz="2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PT" sz="2800" spc="-1" strike="noStrike">
                <a:solidFill>
                  <a:srgbClr val="000000"/>
                </a:solidFill>
                <a:latin typeface="Arial"/>
              </a:rPr>
              <a:t>Quarto nível de tópicos</a:t>
            </a:r>
            <a:endParaRPr b="0" lang="pt-PT" sz="2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2800" spc="-1" strike="noStrike">
                <a:solidFill>
                  <a:srgbClr val="000000"/>
                </a:solidFill>
                <a:latin typeface="Arial"/>
              </a:rPr>
              <a:t>Quinto nível de tópicos</a:t>
            </a:r>
            <a:endParaRPr b="0" lang="pt-PT" sz="2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2800" spc="-1" strike="noStrike">
                <a:solidFill>
                  <a:srgbClr val="000000"/>
                </a:solidFill>
                <a:latin typeface="Arial"/>
              </a:rPr>
              <a:t>Sexto nível de tópicos</a:t>
            </a:r>
            <a:endParaRPr b="0" lang="pt-PT" sz="2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2800" spc="-1" strike="noStrike">
                <a:solidFill>
                  <a:srgbClr val="000000"/>
                </a:solidFill>
                <a:latin typeface="Arial"/>
              </a:rPr>
              <a:t>Sétimo nível de tópicos</a:t>
            </a:r>
            <a:endParaRPr b="0" lang="pt-PT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4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pt-PT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pt-PT" sz="1400" spc="-1" strike="noStrike">
                <a:solidFill>
                  <a:srgbClr val="000000"/>
                </a:solidFill>
                <a:latin typeface="Times New Roman"/>
              </a:rPr>
              <a:t>&lt;data/hora&gt;</a:t>
            </a:r>
            <a:endParaRPr b="0" lang="pt-PT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" name="PlaceHolder 5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pt-PT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pt-PT" sz="1400" spc="-1" strike="noStrike">
                <a:solidFill>
                  <a:srgbClr val="000000"/>
                </a:solidFill>
                <a:latin typeface="Times New Roman"/>
              </a:rPr>
              <a:t>&lt;rodapé&gt;</a:t>
            </a:r>
            <a:endParaRPr b="0" lang="pt-PT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" name="PlaceHolder 6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88888"/>
                </a:solidFill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25398C6-BDBE-4757-8095-C8DAB596FFD9}" type="slidenum">
              <a:rPr b="0" lang="en-US" sz="1200" spc="-1" strike="noStrike">
                <a:solidFill>
                  <a:srgbClr val="888888"/>
                </a:solidFill>
                <a:latin typeface="Calibri"/>
                <a:ea typeface="Calibri"/>
              </a:rPr>
              <a:t>&lt;número&gt;</a:t>
            </a:fld>
            <a:endParaRPr b="0" lang="pt-PT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1" r:id="rId2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 fontScale="93422" lnSpcReduction="20000"/>
          </a:bodyPr>
          <a:p>
            <a:pPr indent="0">
              <a:buNone/>
            </a:pPr>
            <a:r>
              <a:rPr b="0" lang="pt-PT" sz="4400" spc="-1" strike="noStrike">
                <a:solidFill>
                  <a:srgbClr val="000000"/>
                </a:solidFill>
                <a:latin typeface="Arial"/>
              </a:rPr>
              <a:t>Clique para editar o formato do título</a:t>
            </a:r>
            <a:endParaRPr b="0" lang="pt-PT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9920" cy="63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 fontScale="6247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2400" spc="-1" strike="noStrike">
                <a:solidFill>
                  <a:srgbClr val="000000"/>
                </a:solidFill>
                <a:latin typeface="Arial"/>
              </a:rPr>
              <a:t>Clique para editar o formato de texto dos tópicos</a:t>
            </a:r>
            <a:endParaRPr b="0" lang="pt-PT" sz="2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PT" sz="2400" spc="-1" strike="noStrike">
                <a:solidFill>
                  <a:srgbClr val="000000"/>
                </a:solidFill>
                <a:latin typeface="Arial"/>
              </a:rPr>
              <a:t>Segundo nível de tópicos</a:t>
            </a:r>
            <a:endParaRPr b="0" lang="pt-PT" sz="24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2400" spc="-1" strike="noStrike">
                <a:solidFill>
                  <a:srgbClr val="000000"/>
                </a:solidFill>
                <a:latin typeface="Arial"/>
              </a:rPr>
              <a:t>Terceiro nível de tópicos</a:t>
            </a:r>
            <a:endParaRPr b="0" lang="pt-PT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PT" sz="2400" spc="-1" strike="noStrike">
                <a:solidFill>
                  <a:srgbClr val="000000"/>
                </a:solidFill>
                <a:latin typeface="Arial"/>
              </a:rPr>
              <a:t>Quarto nível de tópicos</a:t>
            </a:r>
            <a:endParaRPr b="0" lang="pt-PT" sz="24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2400" spc="-1" strike="noStrike">
                <a:solidFill>
                  <a:srgbClr val="000000"/>
                </a:solidFill>
                <a:latin typeface="Arial"/>
              </a:rPr>
              <a:t>Quinto nível de tópicos</a:t>
            </a:r>
            <a:endParaRPr b="0" lang="pt-PT" sz="24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2400" spc="-1" strike="noStrike">
                <a:solidFill>
                  <a:srgbClr val="000000"/>
                </a:solidFill>
                <a:latin typeface="Arial"/>
              </a:rPr>
              <a:t>Sexto nível de tópicos</a:t>
            </a:r>
            <a:endParaRPr b="0" lang="pt-PT" sz="24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2400" spc="-1" strike="noStrike">
                <a:solidFill>
                  <a:srgbClr val="000000"/>
                </a:solidFill>
                <a:latin typeface="Arial"/>
              </a:rPr>
              <a:t>Sétimo nível de tópicos</a:t>
            </a:r>
            <a:endParaRPr b="0" lang="pt-PT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9920" cy="39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71638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2400" spc="-1" strike="noStrike">
                <a:solidFill>
                  <a:srgbClr val="000000"/>
                </a:solidFill>
                <a:latin typeface="Arial"/>
              </a:rPr>
              <a:t>Clique para editar o formato de texto dos tópicos</a:t>
            </a:r>
            <a:endParaRPr b="0" lang="pt-PT" sz="2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PT" sz="2400" spc="-1" strike="noStrike">
                <a:solidFill>
                  <a:srgbClr val="000000"/>
                </a:solidFill>
                <a:latin typeface="Arial"/>
              </a:rPr>
              <a:t>Segundo nível de tópicos</a:t>
            </a:r>
            <a:endParaRPr b="0" lang="pt-PT" sz="24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2400" spc="-1" strike="noStrike">
                <a:solidFill>
                  <a:srgbClr val="000000"/>
                </a:solidFill>
                <a:latin typeface="Arial"/>
              </a:rPr>
              <a:t>Terceiro nível de tópicos</a:t>
            </a:r>
            <a:endParaRPr b="0" lang="pt-PT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PT" sz="2400" spc="-1" strike="noStrike">
                <a:solidFill>
                  <a:srgbClr val="000000"/>
                </a:solidFill>
                <a:latin typeface="Arial"/>
              </a:rPr>
              <a:t>Quarto nível de tópicos</a:t>
            </a:r>
            <a:endParaRPr b="0" lang="pt-PT" sz="24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2400" spc="-1" strike="noStrike">
                <a:solidFill>
                  <a:srgbClr val="000000"/>
                </a:solidFill>
                <a:latin typeface="Arial"/>
              </a:rPr>
              <a:t>Quinto nível de tópicos</a:t>
            </a:r>
            <a:endParaRPr b="0" lang="pt-PT" sz="24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2400" spc="-1" strike="noStrike">
                <a:solidFill>
                  <a:srgbClr val="000000"/>
                </a:solidFill>
                <a:latin typeface="Arial"/>
              </a:rPr>
              <a:t>Sexto nível de tópicos</a:t>
            </a:r>
            <a:endParaRPr b="0" lang="pt-PT" sz="24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2400" spc="-1" strike="noStrike">
                <a:solidFill>
                  <a:srgbClr val="000000"/>
                </a:solidFill>
                <a:latin typeface="Arial"/>
              </a:rPr>
              <a:t>Sétimo nível de tópicos</a:t>
            </a:r>
            <a:endParaRPr b="0" lang="pt-PT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41360" cy="63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 fontScale="6247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2400" spc="-1" strike="noStrike">
                <a:solidFill>
                  <a:srgbClr val="000000"/>
                </a:solidFill>
                <a:latin typeface="Arial"/>
              </a:rPr>
              <a:t>Clique para editar o formato de texto dos tópicos</a:t>
            </a:r>
            <a:endParaRPr b="0" lang="pt-PT" sz="2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PT" sz="2400" spc="-1" strike="noStrike">
                <a:solidFill>
                  <a:srgbClr val="000000"/>
                </a:solidFill>
                <a:latin typeface="Arial"/>
              </a:rPr>
              <a:t>Segundo nível de tópicos</a:t>
            </a:r>
            <a:endParaRPr b="0" lang="pt-PT" sz="24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2400" spc="-1" strike="noStrike">
                <a:solidFill>
                  <a:srgbClr val="000000"/>
                </a:solidFill>
                <a:latin typeface="Arial"/>
              </a:rPr>
              <a:t>Terceiro nível de tópicos</a:t>
            </a:r>
            <a:endParaRPr b="0" lang="pt-PT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PT" sz="2400" spc="-1" strike="noStrike">
                <a:solidFill>
                  <a:srgbClr val="000000"/>
                </a:solidFill>
                <a:latin typeface="Arial"/>
              </a:rPr>
              <a:t>Quarto nível de tópicos</a:t>
            </a:r>
            <a:endParaRPr b="0" lang="pt-PT" sz="24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2400" spc="-1" strike="noStrike">
                <a:solidFill>
                  <a:srgbClr val="000000"/>
                </a:solidFill>
                <a:latin typeface="Arial"/>
              </a:rPr>
              <a:t>Quinto nível de tópicos</a:t>
            </a:r>
            <a:endParaRPr b="0" lang="pt-PT" sz="24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2400" spc="-1" strike="noStrike">
                <a:solidFill>
                  <a:srgbClr val="000000"/>
                </a:solidFill>
                <a:latin typeface="Arial"/>
              </a:rPr>
              <a:t>Sexto nível de tópicos</a:t>
            </a:r>
            <a:endParaRPr b="0" lang="pt-PT" sz="24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2400" spc="-1" strike="noStrike">
                <a:solidFill>
                  <a:srgbClr val="000000"/>
                </a:solidFill>
                <a:latin typeface="Arial"/>
              </a:rPr>
              <a:t>Sétimo nível de tópicos</a:t>
            </a:r>
            <a:endParaRPr b="0" lang="pt-PT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41360" cy="39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71638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2400" spc="-1" strike="noStrike">
                <a:solidFill>
                  <a:srgbClr val="000000"/>
                </a:solidFill>
                <a:latin typeface="Arial"/>
              </a:rPr>
              <a:t>Clique para editar o formato de texto dos tópicos</a:t>
            </a:r>
            <a:endParaRPr b="0" lang="pt-PT" sz="2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PT" sz="2400" spc="-1" strike="noStrike">
                <a:solidFill>
                  <a:srgbClr val="000000"/>
                </a:solidFill>
                <a:latin typeface="Arial"/>
              </a:rPr>
              <a:t>Segundo nível de tópicos</a:t>
            </a:r>
            <a:endParaRPr b="0" lang="pt-PT" sz="24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2400" spc="-1" strike="noStrike">
                <a:solidFill>
                  <a:srgbClr val="000000"/>
                </a:solidFill>
                <a:latin typeface="Arial"/>
              </a:rPr>
              <a:t>Terceiro nível de tópicos</a:t>
            </a:r>
            <a:endParaRPr b="0" lang="pt-PT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PT" sz="2400" spc="-1" strike="noStrike">
                <a:solidFill>
                  <a:srgbClr val="000000"/>
                </a:solidFill>
                <a:latin typeface="Arial"/>
              </a:rPr>
              <a:t>Quarto nível de tópicos</a:t>
            </a:r>
            <a:endParaRPr b="0" lang="pt-PT" sz="24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2400" spc="-1" strike="noStrike">
                <a:solidFill>
                  <a:srgbClr val="000000"/>
                </a:solidFill>
                <a:latin typeface="Arial"/>
              </a:rPr>
              <a:t>Quinto nível de tópicos</a:t>
            </a:r>
            <a:endParaRPr b="0" lang="pt-PT" sz="24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2400" spc="-1" strike="noStrike">
                <a:solidFill>
                  <a:srgbClr val="000000"/>
                </a:solidFill>
                <a:latin typeface="Arial"/>
              </a:rPr>
              <a:t>Sexto nível de tópicos</a:t>
            </a:r>
            <a:endParaRPr b="0" lang="pt-PT" sz="24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2400" spc="-1" strike="noStrike">
                <a:solidFill>
                  <a:srgbClr val="000000"/>
                </a:solidFill>
                <a:latin typeface="Arial"/>
              </a:rPr>
              <a:t>Sétimo nível de tópicos</a:t>
            </a:r>
            <a:endParaRPr b="0" lang="pt-PT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" name="PlaceHolder 6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pt-PT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pt-PT" sz="1400" spc="-1" strike="noStrike">
                <a:solidFill>
                  <a:srgbClr val="000000"/>
                </a:solidFill>
                <a:latin typeface="Times New Roman"/>
              </a:rPr>
              <a:t>&lt;data/hora&gt;</a:t>
            </a:r>
            <a:endParaRPr b="0" lang="pt-PT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" name="PlaceHolder 7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pt-PT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pt-PT" sz="1400" spc="-1" strike="noStrike">
                <a:solidFill>
                  <a:srgbClr val="000000"/>
                </a:solidFill>
                <a:latin typeface="Times New Roman"/>
              </a:rPr>
              <a:t>&lt;rodapé&gt;</a:t>
            </a:r>
            <a:endParaRPr b="0" lang="pt-PT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" name="PlaceHolder 8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88888"/>
                </a:solidFill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417F0189-7FAD-4510-973D-82435EE950CD}" type="slidenum">
              <a:rPr b="0" lang="en-US" sz="1200" spc="-1" strike="noStrike">
                <a:solidFill>
                  <a:srgbClr val="888888"/>
                </a:solidFill>
                <a:latin typeface="Calibri"/>
                <a:ea typeface="Calibri"/>
              </a:rPr>
              <a:t>&lt;número&gt;</a:t>
            </a:fld>
            <a:endParaRPr b="0" lang="pt-PT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3" r:id="rId2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 fontScale="93422" lnSpcReduction="20000"/>
          </a:bodyPr>
          <a:p>
            <a:pPr indent="0">
              <a:buNone/>
            </a:pPr>
            <a:r>
              <a:rPr b="0" lang="pt-PT" sz="4400" spc="-1" strike="noStrike">
                <a:solidFill>
                  <a:srgbClr val="000000"/>
                </a:solidFill>
                <a:latin typeface="Arial"/>
              </a:rPr>
              <a:t>Clique para editar o formato do título</a:t>
            </a:r>
            <a:endParaRPr b="0" lang="pt-PT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pt-PT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pt-PT" sz="1400" spc="-1" strike="noStrike">
                <a:solidFill>
                  <a:srgbClr val="000000"/>
                </a:solidFill>
                <a:latin typeface="Times New Roman"/>
              </a:rPr>
              <a:t>&lt;data/hora&gt;</a:t>
            </a:r>
            <a:endParaRPr b="0" lang="pt-PT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pt-PT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pt-PT" sz="1400" spc="-1" strike="noStrike">
                <a:solidFill>
                  <a:srgbClr val="000000"/>
                </a:solidFill>
                <a:latin typeface="Times New Roman"/>
              </a:rPr>
              <a:t>&lt;rodapé&gt;</a:t>
            </a:r>
            <a:endParaRPr b="0" lang="pt-PT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" name="PlaceHolder 4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88888"/>
                </a:solidFill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F8161692-D25F-4B58-BD63-DD3954F613D0}" type="slidenum">
              <a:rPr b="0" lang="en-US" sz="1200" spc="-1" strike="noStrike">
                <a:solidFill>
                  <a:srgbClr val="888888"/>
                </a:solidFill>
                <a:latin typeface="Calibri"/>
                <a:ea typeface="Calibri"/>
              </a:rPr>
              <a:t>&lt;número&gt;</a:t>
            </a:fld>
            <a:endParaRPr b="0" lang="pt-PT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5" r:id="rId2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7800" cy="116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>
              <a:buNone/>
            </a:pPr>
            <a:r>
              <a:rPr b="0" lang="pt-PT" sz="2000" spc="-1" strike="noStrike">
                <a:solidFill>
                  <a:srgbClr val="000000"/>
                </a:solidFill>
                <a:latin typeface="Arial"/>
              </a:rPr>
              <a:t>Clique para editar o formato do título</a:t>
            </a:r>
            <a:endParaRPr b="0" lang="pt-PT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11280" cy="585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87491" lnSpcReduction="10000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3200" spc="-1" strike="noStrike">
                <a:solidFill>
                  <a:srgbClr val="000000"/>
                </a:solidFill>
                <a:latin typeface="Arial"/>
              </a:rPr>
              <a:t>Clique para editar o formato de texto dos tópicos</a:t>
            </a:r>
            <a:endParaRPr b="0" lang="pt-PT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PT" sz="3200" spc="-1" strike="noStrike">
                <a:solidFill>
                  <a:srgbClr val="000000"/>
                </a:solidFill>
                <a:latin typeface="Arial"/>
              </a:rPr>
              <a:t>Segundo nível de tópicos</a:t>
            </a:r>
            <a:endParaRPr b="0" lang="pt-PT" sz="32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3200" spc="-1" strike="noStrike">
                <a:solidFill>
                  <a:srgbClr val="000000"/>
                </a:solidFill>
                <a:latin typeface="Arial"/>
              </a:rPr>
              <a:t>Terceiro nível de tópicos</a:t>
            </a:r>
            <a:endParaRPr b="0" lang="pt-PT" sz="32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PT" sz="3200" spc="-1" strike="noStrike">
                <a:solidFill>
                  <a:srgbClr val="000000"/>
                </a:solidFill>
                <a:latin typeface="Arial"/>
              </a:rPr>
              <a:t>Quarto nível de tópicos</a:t>
            </a:r>
            <a:endParaRPr b="0" lang="pt-PT" sz="32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3200" spc="-1" strike="noStrike">
                <a:solidFill>
                  <a:srgbClr val="000000"/>
                </a:solidFill>
                <a:latin typeface="Arial"/>
              </a:rPr>
              <a:t>Quinto nível de tópicos</a:t>
            </a:r>
            <a:endParaRPr b="0" lang="pt-PT" sz="32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3200" spc="-1" strike="noStrike">
                <a:solidFill>
                  <a:srgbClr val="000000"/>
                </a:solidFill>
                <a:latin typeface="Arial"/>
              </a:rPr>
              <a:t>Sexto nível de tópicos</a:t>
            </a:r>
            <a:endParaRPr b="0" lang="pt-PT" sz="32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3200" spc="-1" strike="noStrike">
                <a:solidFill>
                  <a:srgbClr val="000000"/>
                </a:solidFill>
                <a:latin typeface="Arial"/>
              </a:rPr>
              <a:t>Sétimo nível de tópicos</a:t>
            </a:r>
            <a:endParaRPr b="0" lang="pt-PT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7800" cy="4690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62128" lnSpcReduction="20000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400" spc="-1" strike="noStrike">
                <a:solidFill>
                  <a:srgbClr val="000000"/>
                </a:solidFill>
                <a:latin typeface="Arial"/>
              </a:rPr>
              <a:t>Clique para editar o formato de texto dos tópicos</a:t>
            </a:r>
            <a:endParaRPr b="0" lang="pt-PT" sz="1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PT" sz="1400" spc="-1" strike="noStrike">
                <a:solidFill>
                  <a:srgbClr val="000000"/>
                </a:solidFill>
                <a:latin typeface="Arial"/>
              </a:rPr>
              <a:t>Segundo nível de tópicos</a:t>
            </a:r>
            <a:endParaRPr b="0" lang="pt-PT" sz="14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400" spc="-1" strike="noStrike">
                <a:solidFill>
                  <a:srgbClr val="000000"/>
                </a:solidFill>
                <a:latin typeface="Arial"/>
              </a:rPr>
              <a:t>Terceiro nível de tópicos</a:t>
            </a:r>
            <a:endParaRPr b="0" lang="pt-PT" sz="1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PT" sz="1400" spc="-1" strike="noStrike">
                <a:solidFill>
                  <a:srgbClr val="000000"/>
                </a:solidFill>
                <a:latin typeface="Arial"/>
              </a:rPr>
              <a:t>Quarto nível de tópicos</a:t>
            </a:r>
            <a:endParaRPr b="0" lang="pt-PT" sz="14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400" spc="-1" strike="noStrike">
                <a:solidFill>
                  <a:srgbClr val="000000"/>
                </a:solidFill>
                <a:latin typeface="Arial"/>
              </a:rPr>
              <a:t>Quinto nível de tópicos</a:t>
            </a:r>
            <a:endParaRPr b="0" lang="pt-PT" sz="14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400" spc="-1" strike="noStrike">
                <a:solidFill>
                  <a:srgbClr val="000000"/>
                </a:solidFill>
                <a:latin typeface="Arial"/>
              </a:rPr>
              <a:t>Sexto nível de tópicos</a:t>
            </a:r>
            <a:endParaRPr b="0" lang="pt-PT" sz="14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400" spc="-1" strike="noStrike">
                <a:solidFill>
                  <a:srgbClr val="000000"/>
                </a:solidFill>
                <a:latin typeface="Arial"/>
              </a:rPr>
              <a:t>Sétimo nível de tópicos</a:t>
            </a:r>
            <a:endParaRPr b="0" lang="pt-PT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pt-PT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pt-PT" sz="1400" spc="-1" strike="noStrike">
                <a:solidFill>
                  <a:srgbClr val="000000"/>
                </a:solidFill>
                <a:latin typeface="Times New Roman"/>
              </a:rPr>
              <a:t>&lt;data/hora&gt;</a:t>
            </a:r>
            <a:endParaRPr b="0" lang="pt-PT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pt-PT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pt-PT" sz="1400" spc="-1" strike="noStrike">
                <a:solidFill>
                  <a:srgbClr val="000000"/>
                </a:solidFill>
                <a:latin typeface="Times New Roman"/>
              </a:rPr>
              <a:t>&lt;rodapé&gt;</a:t>
            </a:r>
            <a:endParaRPr b="0" lang="pt-PT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88888"/>
                </a:solidFill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3F9B18AB-78B5-4B31-9593-BB98C56954FD}" type="slidenum">
              <a:rPr b="0" lang="en-US" sz="1200" spc="-1" strike="noStrike">
                <a:solidFill>
                  <a:srgbClr val="888888"/>
                </a:solidFill>
                <a:latin typeface="Calibri"/>
                <a:ea typeface="Calibri"/>
              </a:rPr>
              <a:t>&lt;número&gt;</a:t>
            </a:fld>
            <a:endParaRPr b="0" lang="pt-PT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7" r:id="rId2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6040" cy="566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>
              <a:buNone/>
            </a:pPr>
            <a:r>
              <a:rPr b="0" lang="pt-PT" sz="2000" spc="-1" strike="noStrike">
                <a:solidFill>
                  <a:srgbClr val="000000"/>
                </a:solidFill>
                <a:latin typeface="Arial"/>
              </a:rPr>
              <a:t>Clique para editar o formato do título</a:t>
            </a:r>
            <a:endParaRPr b="0" lang="pt-PT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800" spc="-1" strike="noStrike">
                <a:solidFill>
                  <a:srgbClr val="000000"/>
                </a:solidFill>
                <a:latin typeface="Arial"/>
              </a:rPr>
              <a:t>Clique para editar o formato de texto dos tópicos</a:t>
            </a:r>
            <a:endParaRPr b="0" lang="pt-PT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PT" sz="1800" spc="-1" strike="noStrike">
                <a:solidFill>
                  <a:srgbClr val="000000"/>
                </a:solidFill>
                <a:latin typeface="Arial"/>
              </a:rPr>
              <a:t>Segundo nível de tópicos</a:t>
            </a:r>
            <a:endParaRPr b="0" lang="pt-PT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800" spc="-1" strike="noStrike">
                <a:solidFill>
                  <a:srgbClr val="000000"/>
                </a:solidFill>
                <a:latin typeface="Arial"/>
              </a:rPr>
              <a:t>Terceiro nível de tópicos</a:t>
            </a:r>
            <a:endParaRPr b="0" lang="pt-PT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PT" sz="1800" spc="-1" strike="noStrike">
                <a:solidFill>
                  <a:srgbClr val="000000"/>
                </a:solidFill>
                <a:latin typeface="Arial"/>
              </a:rPr>
              <a:t>Quarto nível de tópicos</a:t>
            </a:r>
            <a:endParaRPr b="0" lang="pt-PT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800" spc="-1" strike="noStrike">
                <a:solidFill>
                  <a:srgbClr val="000000"/>
                </a:solidFill>
                <a:latin typeface="Arial"/>
              </a:rPr>
              <a:t>Quinto nível de tópicos</a:t>
            </a:r>
            <a:endParaRPr b="0" lang="pt-PT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800" spc="-1" strike="noStrike">
                <a:solidFill>
                  <a:srgbClr val="000000"/>
                </a:solidFill>
                <a:latin typeface="Arial"/>
              </a:rPr>
              <a:t>Sexto nível de tópicos</a:t>
            </a:r>
            <a:endParaRPr b="0" lang="pt-PT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800" spc="-1" strike="noStrike">
                <a:solidFill>
                  <a:srgbClr val="000000"/>
                </a:solidFill>
                <a:latin typeface="Arial"/>
              </a:rPr>
              <a:t>Sétimo nível de tópicos</a:t>
            </a:r>
            <a:endParaRPr b="0" lang="pt-PT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6040" cy="80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24994" lnSpcReduction="10000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400" spc="-1" strike="noStrike">
                <a:solidFill>
                  <a:srgbClr val="000000"/>
                </a:solidFill>
                <a:latin typeface="Arial"/>
              </a:rPr>
              <a:t>Clique para editar o formato de texto dos tópicos</a:t>
            </a:r>
            <a:endParaRPr b="0" lang="pt-PT" sz="1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PT" sz="1400" spc="-1" strike="noStrike">
                <a:solidFill>
                  <a:srgbClr val="000000"/>
                </a:solidFill>
                <a:latin typeface="Arial"/>
              </a:rPr>
              <a:t>Segundo nível de tópicos</a:t>
            </a:r>
            <a:endParaRPr b="0" lang="pt-PT" sz="14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400" spc="-1" strike="noStrike">
                <a:solidFill>
                  <a:srgbClr val="000000"/>
                </a:solidFill>
                <a:latin typeface="Arial"/>
              </a:rPr>
              <a:t>Terceiro nível de tópicos</a:t>
            </a:r>
            <a:endParaRPr b="0" lang="pt-PT" sz="1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PT" sz="1400" spc="-1" strike="noStrike">
                <a:solidFill>
                  <a:srgbClr val="000000"/>
                </a:solidFill>
                <a:latin typeface="Arial"/>
              </a:rPr>
              <a:t>Quarto nível de tópicos</a:t>
            </a:r>
            <a:endParaRPr b="0" lang="pt-PT" sz="14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400" spc="-1" strike="noStrike">
                <a:solidFill>
                  <a:srgbClr val="000000"/>
                </a:solidFill>
                <a:latin typeface="Arial"/>
              </a:rPr>
              <a:t>Quinto nível de tópicos</a:t>
            </a:r>
            <a:endParaRPr b="0" lang="pt-PT" sz="14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400" spc="-1" strike="noStrike">
                <a:solidFill>
                  <a:srgbClr val="000000"/>
                </a:solidFill>
                <a:latin typeface="Arial"/>
              </a:rPr>
              <a:t>Sexto nível de tópicos</a:t>
            </a:r>
            <a:endParaRPr b="0" lang="pt-PT" sz="14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400" spc="-1" strike="noStrike">
                <a:solidFill>
                  <a:srgbClr val="000000"/>
                </a:solidFill>
                <a:latin typeface="Arial"/>
              </a:rPr>
              <a:t>Sétimo nível de tópicos</a:t>
            </a:r>
            <a:endParaRPr b="0" lang="pt-PT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pt-PT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pt-PT" sz="1400" spc="-1" strike="noStrike">
                <a:solidFill>
                  <a:srgbClr val="000000"/>
                </a:solidFill>
                <a:latin typeface="Times New Roman"/>
              </a:rPr>
              <a:t>&lt;data/hora&gt;</a:t>
            </a:r>
            <a:endParaRPr b="0" lang="pt-PT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pt-PT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pt-PT" sz="1400" spc="-1" strike="noStrike">
                <a:solidFill>
                  <a:srgbClr val="000000"/>
                </a:solidFill>
                <a:latin typeface="Times New Roman"/>
              </a:rPr>
              <a:t>&lt;rodapé&gt;</a:t>
            </a:r>
            <a:endParaRPr b="0" lang="pt-PT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88888"/>
                </a:solidFill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CA93B1F2-E83F-46B2-8FA3-E6BA73FF8598}" type="slidenum">
              <a:rPr b="0" lang="en-US" sz="1200" spc="-1" strike="noStrike">
                <a:solidFill>
                  <a:srgbClr val="888888"/>
                </a:solidFill>
                <a:latin typeface="Calibri"/>
                <a:ea typeface="Calibri"/>
              </a:rPr>
              <a:t>&lt;número&gt;</a:t>
            </a:fld>
            <a:endParaRPr b="0" lang="pt-PT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9" r:id="rId2"/>
  </p:sldLayoutIdLst>
</p:sldMaster>
</file>

<file path=ppt/slideMasters/slideMaster1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dt" idx="34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pt-PT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pt-PT" sz="1400" spc="-1" strike="noStrike">
                <a:solidFill>
                  <a:srgbClr val="000000"/>
                </a:solidFill>
                <a:latin typeface="Times New Roman"/>
              </a:rPr>
              <a:t>&lt;data/hora&gt;</a:t>
            </a:r>
            <a:endParaRPr b="0" lang="pt-PT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8" name="PlaceHolder 2"/>
          <p:cNvSpPr>
            <a:spLocks noGrp="1"/>
          </p:cNvSpPr>
          <p:nvPr>
            <p:ph type="ftr" idx="35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pt-PT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pt-PT" sz="1400" spc="-1" strike="noStrike">
                <a:solidFill>
                  <a:srgbClr val="000000"/>
                </a:solidFill>
                <a:latin typeface="Times New Roman"/>
              </a:rPr>
              <a:t>&lt;rodapé&gt;</a:t>
            </a:r>
            <a:endParaRPr b="0" lang="pt-PT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9" name="PlaceHolder 3"/>
          <p:cNvSpPr>
            <a:spLocks noGrp="1"/>
          </p:cNvSpPr>
          <p:nvPr>
            <p:ph type="sldNum" idx="36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88888"/>
                </a:solidFill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A5928DB0-7F57-4AD9-80BE-9A407DE2D1CD}" type="slidenum">
              <a:rPr b="0" lang="en-US" sz="1200" spc="-1" strike="noStrike">
                <a:solidFill>
                  <a:srgbClr val="888888"/>
                </a:solidFill>
                <a:latin typeface="Calibri"/>
                <a:ea typeface="Calibri"/>
              </a:rPr>
              <a:t>&lt;número&gt;</a:t>
            </a:fld>
            <a:endParaRPr b="0" lang="pt-PT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0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pt-PT" sz="1400" spc="-1" strike="noStrike">
                <a:solidFill>
                  <a:srgbClr val="000000"/>
                </a:solidFill>
                <a:latin typeface="Arial"/>
              </a:rPr>
              <a:t>Clique para editar o formato do título</a:t>
            </a:r>
            <a:endParaRPr b="0" lang="pt-PT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400" spc="-1" strike="noStrike">
                <a:solidFill>
                  <a:srgbClr val="000000"/>
                </a:solidFill>
                <a:latin typeface="Arial"/>
              </a:rPr>
              <a:t>Clique para editar o formato de texto dos tópicos</a:t>
            </a:r>
            <a:endParaRPr b="0" lang="pt-PT" sz="1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PT" sz="1400" spc="-1" strike="noStrike">
                <a:solidFill>
                  <a:srgbClr val="000000"/>
                </a:solidFill>
                <a:latin typeface="Arial"/>
              </a:rPr>
              <a:t>Segundo nível de tópicos</a:t>
            </a:r>
            <a:endParaRPr b="0" lang="pt-PT" sz="14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400" spc="-1" strike="noStrike">
                <a:solidFill>
                  <a:srgbClr val="000000"/>
                </a:solidFill>
                <a:latin typeface="Arial"/>
              </a:rPr>
              <a:t>Terceiro nível de tópicos</a:t>
            </a:r>
            <a:endParaRPr b="0" lang="pt-PT" sz="1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PT" sz="1400" spc="-1" strike="noStrike">
                <a:solidFill>
                  <a:srgbClr val="000000"/>
                </a:solidFill>
                <a:latin typeface="Arial"/>
              </a:rPr>
              <a:t>Quarto nível de tópicos</a:t>
            </a:r>
            <a:endParaRPr b="0" lang="pt-PT" sz="14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2000" spc="-1" strike="noStrike">
                <a:solidFill>
                  <a:srgbClr val="000000"/>
                </a:solidFill>
                <a:latin typeface="Arial"/>
              </a:rPr>
              <a:t>Quinto nível de tópicos</a:t>
            </a:r>
            <a:endParaRPr b="0" lang="pt-PT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2000" spc="-1" strike="noStrike">
                <a:solidFill>
                  <a:srgbClr val="000000"/>
                </a:solidFill>
                <a:latin typeface="Arial"/>
              </a:rPr>
              <a:t>Sexto nível de tópicos</a:t>
            </a:r>
            <a:endParaRPr b="0" lang="pt-PT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2000" spc="-1" strike="noStrike">
                <a:solidFill>
                  <a:srgbClr val="000000"/>
                </a:solidFill>
                <a:latin typeface="Arial"/>
              </a:rPr>
              <a:t>Sétimo nível de tópicos</a:t>
            </a:r>
            <a:endParaRPr b="0" lang="pt-PT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1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image" Target="../media/image1.png"/><Relationship Id="rId4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slideLayout" Target="../slideLayouts/slideLayout12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84;p13"/>
          <p:cNvSpPr/>
          <p:nvPr/>
        </p:nvSpPr>
        <p:spPr>
          <a:xfrm>
            <a:off x="762120" y="4134600"/>
            <a:ext cx="3809520" cy="18720"/>
          </a:xfrm>
          <a:prstGeom prst="rect">
            <a:avLst/>
          </a:prstGeom>
          <a:solidFill>
            <a:srgbClr val="0d948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360" bIns="936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pt-PT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3" name="Google Shape;85;p13"/>
          <p:cNvSpPr/>
          <p:nvPr/>
        </p:nvSpPr>
        <p:spPr>
          <a:xfrm>
            <a:off x="762120" y="2123280"/>
            <a:ext cx="2822760" cy="304560"/>
          </a:xfrm>
          <a:prstGeom prst="roundRect">
            <a:avLst>
              <a:gd name="adj" fmla="val 50000"/>
            </a:avLst>
          </a:prstGeom>
          <a:solidFill>
            <a:srgbClr val="0f303d"/>
          </a:solidFill>
          <a:ln w="9525">
            <a:solidFill>
              <a:srgbClr val="18505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pt-PT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4" name="Google Shape;86;p13"/>
          <p:cNvSpPr/>
          <p:nvPr/>
        </p:nvSpPr>
        <p:spPr>
          <a:xfrm>
            <a:off x="762120" y="2656440"/>
            <a:ext cx="11251080" cy="70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10000"/>
              </a:lnSpc>
              <a:tabLst>
                <a:tab algn="l" pos="0"/>
              </a:tabLst>
            </a:pPr>
            <a:r>
              <a:rPr b="1" lang="pt-PT" sz="4200" spc="-1" strike="noStrike">
                <a:solidFill>
                  <a:srgbClr val="ffffff"/>
                </a:solidFill>
                <a:latin typeface="Plus Jakarta Sans"/>
                <a:ea typeface="Plus Jakarta Sans"/>
              </a:rPr>
              <a:t>MobiAssiste</a:t>
            </a:r>
            <a:endParaRPr b="0" lang="pt-PT" sz="4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" name="Google Shape;87;p13"/>
          <p:cNvSpPr/>
          <p:nvPr/>
        </p:nvSpPr>
        <p:spPr>
          <a:xfrm>
            <a:off x="762120" y="3433680"/>
            <a:ext cx="952452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40000"/>
              </a:lnSpc>
              <a:tabLst>
                <a:tab algn="l" pos="0"/>
              </a:tabLst>
            </a:pPr>
            <a:r>
              <a:rPr b="0" lang="pt-PT" sz="1800" spc="-1" strike="noStrike">
                <a:solidFill>
                  <a:srgbClr val="94a3b8"/>
                </a:solidFill>
                <a:latin typeface="Plus Jakarta Sans"/>
                <a:ea typeface="Plus Jakarta Sans"/>
              </a:rPr>
              <a:t>Plataforma Digital de Gestão Integrada de Mobilidade Assistida</a:t>
            </a:r>
            <a:endParaRPr b="0" lang="pt-PT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6" name="Google Shape;88;p13"/>
          <p:cNvSpPr/>
          <p:nvPr/>
        </p:nvSpPr>
        <p:spPr>
          <a:xfrm>
            <a:off x="762120" y="4534920"/>
            <a:ext cx="11429640" cy="18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pt-PT" sz="1200" spc="-1" strike="noStrike">
                <a:solidFill>
                  <a:srgbClr val="64748b"/>
                </a:solidFill>
                <a:latin typeface="Plus Jakarta Sans"/>
                <a:ea typeface="Plus Jakarta Sans"/>
              </a:rPr>
              <a:t>Grupo:</a:t>
            </a:r>
            <a:r>
              <a:rPr b="0" lang="pt-PT" sz="1200" spc="-1" strike="noStrike">
                <a:solidFill>
                  <a:srgbClr val="64748b"/>
                </a:solidFill>
                <a:latin typeface="Plus Jakarta Sans"/>
                <a:ea typeface="Plus Jakarta Sans"/>
              </a:rPr>
              <a:t> Dinis Carvalho - 125804; Hugo Lopes – 119012; Inês Cardoso - 125738; Guilherme Costa – 125636; </a:t>
            </a:r>
            <a:endParaRPr b="0" lang="pt-PT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7" name="Google Shape;89;p13"/>
          <p:cNvSpPr/>
          <p:nvPr/>
        </p:nvSpPr>
        <p:spPr>
          <a:xfrm>
            <a:off x="914400" y="2180160"/>
            <a:ext cx="261324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pt-PT" sz="1050" spc="-1" strike="noStrike">
                <a:solidFill>
                  <a:srgbClr val="2dd4bf"/>
                </a:solidFill>
                <a:latin typeface="Plus Jakarta Sans"/>
                <a:ea typeface="Plus Jakarta Sans"/>
              </a:rPr>
              <a:t>ANÁLISE DE SISTEMAS • ITERAÇÃO 1</a:t>
            </a:r>
            <a:endParaRPr b="0" lang="pt-PT" sz="105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94;p14"/>
          <p:cNvSpPr/>
          <p:nvPr/>
        </p:nvSpPr>
        <p:spPr>
          <a:xfrm>
            <a:off x="3780000" y="1980000"/>
            <a:ext cx="4663800" cy="1952280"/>
          </a:xfrm>
          <a:prstGeom prst="rect">
            <a:avLst/>
          </a:prstGeom>
          <a:solidFill>
            <a:srgbClr val="f8faf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pt-PT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Google Shape;95;p14"/>
          <p:cNvSpPr/>
          <p:nvPr/>
        </p:nvSpPr>
        <p:spPr>
          <a:xfrm>
            <a:off x="3780000" y="1980000"/>
            <a:ext cx="37800" cy="1952280"/>
          </a:xfrm>
          <a:prstGeom prst="rect">
            <a:avLst/>
          </a:prstGeom>
          <a:solidFill>
            <a:srgbClr val="e11d4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pt-PT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" name="Google Shape;96;p14"/>
          <p:cNvSpPr/>
          <p:nvPr/>
        </p:nvSpPr>
        <p:spPr>
          <a:xfrm>
            <a:off x="677520" y="4503960"/>
            <a:ext cx="5622480" cy="1076040"/>
          </a:xfrm>
          <a:prstGeom prst="roundRect">
            <a:avLst>
              <a:gd name="adj" fmla="val 10619"/>
            </a:avLst>
          </a:prstGeom>
          <a:solidFill>
            <a:srgbClr val="f8faf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pt-PT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Google Shape;97;p14"/>
          <p:cNvSpPr/>
          <p:nvPr/>
        </p:nvSpPr>
        <p:spPr>
          <a:xfrm>
            <a:off x="6480000" y="4503960"/>
            <a:ext cx="5622480" cy="1076040"/>
          </a:xfrm>
          <a:prstGeom prst="roundRect">
            <a:avLst>
              <a:gd name="adj" fmla="val 10619"/>
            </a:avLst>
          </a:prstGeom>
          <a:solidFill>
            <a:srgbClr val="f8faf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pt-PT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" name="Google Shape;100;p14"/>
          <p:cNvSpPr/>
          <p:nvPr/>
        </p:nvSpPr>
        <p:spPr>
          <a:xfrm>
            <a:off x="762120" y="533520"/>
            <a:ext cx="1142964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pt-PT" sz="1050" spc="-1" strike="noStrike">
                <a:solidFill>
                  <a:srgbClr val="0d9488"/>
                </a:solidFill>
                <a:latin typeface="Plus Jakarta Sans"/>
                <a:ea typeface="Plus Jakarta Sans"/>
              </a:rPr>
              <a:t>01. CONTEXTO &amp; DESAFIOS</a:t>
            </a:r>
            <a:endParaRPr b="0" lang="pt-PT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" name="Google Shape;101;p14"/>
          <p:cNvSpPr/>
          <p:nvPr/>
        </p:nvSpPr>
        <p:spPr>
          <a:xfrm>
            <a:off x="762120" y="781200"/>
            <a:ext cx="11429640" cy="36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pt-PT" sz="2400" spc="-1" strike="noStrike">
                <a:solidFill>
                  <a:srgbClr val="0f172a"/>
                </a:solidFill>
                <a:latin typeface="Plus Jakarta Sans"/>
                <a:ea typeface="Plus Jakarta Sans"/>
              </a:rPr>
              <a:t>A Ineficiência na Mobilidade Social e de Saúde</a:t>
            </a:r>
            <a:endParaRPr b="0" lang="pt-PT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" name="Google Shape;102;p14"/>
          <p:cNvSpPr/>
          <p:nvPr/>
        </p:nvSpPr>
        <p:spPr>
          <a:xfrm>
            <a:off x="3932280" y="2160000"/>
            <a:ext cx="5045040" cy="73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pt-PT" sz="4800" spc="-1" strike="noStrike">
                <a:solidFill>
                  <a:srgbClr val="e11d48"/>
                </a:solidFill>
                <a:latin typeface="Plus Jakarta Sans"/>
                <a:ea typeface="Plus Jakarta Sans"/>
              </a:rPr>
              <a:t>60 - 70%</a:t>
            </a:r>
            <a:endParaRPr b="0" lang="pt-PT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" name="Google Shape;103;p14"/>
          <p:cNvSpPr/>
          <p:nvPr/>
        </p:nvSpPr>
        <p:spPr>
          <a:xfrm>
            <a:off x="3979800" y="3060000"/>
            <a:ext cx="5020200" cy="20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pt-PT" sz="1350" spc="-1" strike="noStrike">
                <a:solidFill>
                  <a:srgbClr val="0f172a"/>
                </a:solidFill>
                <a:latin typeface="Plus Jakarta Sans"/>
                <a:ea typeface="Plus Jakarta Sans"/>
              </a:rPr>
              <a:t>Tempo perdido em salas de espera</a:t>
            </a:r>
            <a:endParaRPr b="0" lang="pt-PT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Google Shape;104;p14"/>
          <p:cNvSpPr/>
          <p:nvPr/>
        </p:nvSpPr>
        <p:spPr>
          <a:xfrm>
            <a:off x="3988800" y="3382200"/>
            <a:ext cx="4111200" cy="34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pt-PT" sz="1130" spc="-1" strike="noStrike">
                <a:solidFill>
                  <a:srgbClr val="64748b"/>
                </a:solidFill>
                <a:latin typeface="Plus Jakarta Sans"/>
                <a:ea typeface="Plus Jakarta Sans"/>
              </a:rPr>
              <a:t>Voluntários e Utentes ficam retidos nos hospitais sem informação sobre o término das consultas médicas.</a:t>
            </a:r>
            <a:endParaRPr b="0" lang="pt-PT" sz="11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" name="Google Shape;105;p14"/>
          <p:cNvSpPr/>
          <p:nvPr/>
        </p:nvSpPr>
        <p:spPr>
          <a:xfrm>
            <a:off x="885240" y="4680000"/>
            <a:ext cx="5774760" cy="20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pt-PT" sz="1350" spc="-1" strike="noStrike">
                <a:solidFill>
                  <a:srgbClr val="0f172a"/>
                </a:solidFill>
                <a:latin typeface="Plus Jakarta Sans"/>
                <a:ea typeface="Plus Jakarta Sans"/>
              </a:rPr>
              <a:t>Processos Manuais e Fragmentados</a:t>
            </a:r>
            <a:endParaRPr b="0" lang="pt-PT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" name="Google Shape;106;p14"/>
          <p:cNvSpPr/>
          <p:nvPr/>
        </p:nvSpPr>
        <p:spPr>
          <a:xfrm>
            <a:off x="880560" y="5056920"/>
            <a:ext cx="4879440" cy="34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pt-PT" sz="1130" spc="-1" strike="noStrike">
                <a:solidFill>
                  <a:srgbClr val="475569"/>
                </a:solidFill>
                <a:latin typeface="Plus Jakarta Sans"/>
                <a:ea typeface="Plus Jakarta Sans"/>
              </a:rPr>
              <a:t>Agendamentos por folhas de cálculo e chamadas geram incompatibilidade de veículos.</a:t>
            </a:r>
            <a:endParaRPr b="0" lang="pt-PT" sz="11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" name="Google Shape;107;p14"/>
          <p:cNvSpPr/>
          <p:nvPr/>
        </p:nvSpPr>
        <p:spPr>
          <a:xfrm>
            <a:off x="6660000" y="4654080"/>
            <a:ext cx="5717880" cy="20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pt-PT" sz="1350" spc="-1" strike="noStrike">
                <a:solidFill>
                  <a:srgbClr val="0f172a"/>
                </a:solidFill>
                <a:latin typeface="Plus Jakarta Sans"/>
                <a:ea typeface="Plus Jakarta Sans"/>
              </a:rPr>
              <a:t>Isolamento &amp; Faltas a Consultas</a:t>
            </a:r>
            <a:endParaRPr b="0" lang="pt-PT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" name="Google Shape;108;p14"/>
          <p:cNvSpPr/>
          <p:nvPr/>
        </p:nvSpPr>
        <p:spPr>
          <a:xfrm>
            <a:off x="6660000" y="5056920"/>
            <a:ext cx="4822560" cy="34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pt-PT" sz="1130" spc="-1" strike="noStrike">
                <a:solidFill>
                  <a:srgbClr val="475569"/>
                </a:solidFill>
                <a:latin typeface="Plus Jakarta Sans"/>
                <a:ea typeface="Plus Jakarta Sans"/>
              </a:rPr>
              <a:t>Seniores e cidadãos vulneráveis perdem exames essenciais por falta de acompanhamento.</a:t>
            </a:r>
            <a:endParaRPr b="0" lang="pt-PT" sz="113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113;p15"/>
          <p:cNvSpPr/>
          <p:nvPr/>
        </p:nvSpPr>
        <p:spPr>
          <a:xfrm>
            <a:off x="762120" y="2510280"/>
            <a:ext cx="3403080" cy="1837800"/>
          </a:xfrm>
          <a:prstGeom prst="roundRect">
            <a:avLst>
              <a:gd name="adj" fmla="val 8290"/>
            </a:avLst>
          </a:prstGeom>
          <a:solidFill>
            <a:srgbClr val="ffffff"/>
          </a:solidFill>
          <a:ln w="9525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pt-PT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" name="Google Shape;114;p15"/>
          <p:cNvSpPr/>
          <p:nvPr/>
        </p:nvSpPr>
        <p:spPr>
          <a:xfrm>
            <a:off x="8028000" y="2529000"/>
            <a:ext cx="3403080" cy="1800000"/>
          </a:xfrm>
          <a:prstGeom prst="roundRect">
            <a:avLst>
              <a:gd name="adj" fmla="val 7547"/>
            </a:avLst>
          </a:prstGeom>
          <a:solidFill>
            <a:srgbClr val="ffffff"/>
          </a:solidFill>
          <a:ln w="9525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pt-PT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" name="Google Shape;115;p15"/>
          <p:cNvSpPr/>
          <p:nvPr/>
        </p:nvSpPr>
        <p:spPr>
          <a:xfrm>
            <a:off x="4394520" y="2510280"/>
            <a:ext cx="3403080" cy="1837800"/>
          </a:xfrm>
          <a:prstGeom prst="roundRect">
            <a:avLst>
              <a:gd name="adj" fmla="val 8290"/>
            </a:avLst>
          </a:prstGeom>
          <a:solidFill>
            <a:srgbClr val="ffffff"/>
          </a:solidFill>
          <a:ln w="9525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pt-PT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" name="Google Shape;122;p15"/>
          <p:cNvSpPr/>
          <p:nvPr/>
        </p:nvSpPr>
        <p:spPr>
          <a:xfrm>
            <a:off x="762120" y="533520"/>
            <a:ext cx="1142964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pt-PT" sz="1050" spc="-1" strike="noStrike">
                <a:solidFill>
                  <a:srgbClr val="0d9488"/>
                </a:solidFill>
                <a:latin typeface="Plus Jakarta Sans"/>
                <a:ea typeface="Plus Jakarta Sans"/>
              </a:rPr>
              <a:t>02. ECOSSISTEMA</a:t>
            </a:r>
            <a:endParaRPr b="0" lang="pt-PT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" name="Google Shape;123;p15"/>
          <p:cNvSpPr/>
          <p:nvPr/>
        </p:nvSpPr>
        <p:spPr>
          <a:xfrm>
            <a:off x="762120" y="781200"/>
            <a:ext cx="11429640" cy="36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pt-PT" sz="2400" spc="-1" strike="noStrike">
                <a:solidFill>
                  <a:srgbClr val="0f172a"/>
                </a:solidFill>
                <a:latin typeface="Plus Jakarta Sans"/>
                <a:ea typeface="Plus Jakarta Sans"/>
              </a:rPr>
              <a:t>Promotor e Matriz de Stakeholders</a:t>
            </a:r>
            <a:endParaRPr b="0" lang="pt-PT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" name="Google Shape;124;p15"/>
          <p:cNvSpPr/>
          <p:nvPr/>
        </p:nvSpPr>
        <p:spPr>
          <a:xfrm>
            <a:off x="928440" y="2880000"/>
            <a:ext cx="3741840" cy="22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pt-PT" sz="1500" spc="-1" strike="noStrike">
                <a:solidFill>
                  <a:srgbClr val="0f172a"/>
                </a:solidFill>
                <a:latin typeface="Plus Jakarta Sans"/>
                <a:ea typeface="Plus Jakarta Sans"/>
              </a:rPr>
              <a:t>IPSS / Rede Municipal</a:t>
            </a:r>
            <a:endParaRPr b="0" lang="pt-PT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" name="Google Shape;125;p15"/>
          <p:cNvSpPr/>
          <p:nvPr/>
        </p:nvSpPr>
        <p:spPr>
          <a:xfrm>
            <a:off x="900000" y="3420000"/>
            <a:ext cx="2945880" cy="34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pt-PT" sz="1130" spc="-1" strike="noStrike">
                <a:solidFill>
                  <a:srgbClr val="64748b"/>
                </a:solidFill>
                <a:latin typeface="Plus Jakarta Sans"/>
                <a:ea typeface="Plus Jakarta Sans"/>
              </a:rPr>
              <a:t>Coordenação operacional, credenciação de voluntários e seguros de viagem.</a:t>
            </a:r>
            <a:endParaRPr b="0" lang="pt-PT" sz="11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" name="Google Shape;126;p15"/>
          <p:cNvSpPr/>
          <p:nvPr/>
        </p:nvSpPr>
        <p:spPr>
          <a:xfrm>
            <a:off x="4670280" y="2896560"/>
            <a:ext cx="3741840" cy="22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pt-PT" sz="1500" spc="-1" strike="noStrike">
                <a:solidFill>
                  <a:srgbClr val="0f172a"/>
                </a:solidFill>
                <a:latin typeface="Plus Jakarta Sans"/>
                <a:ea typeface="Plus Jakarta Sans"/>
              </a:rPr>
              <a:t>Lares e Clientes de IPSS’s</a:t>
            </a:r>
            <a:endParaRPr b="0" lang="pt-PT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" name="Google Shape;127;p15"/>
          <p:cNvSpPr/>
          <p:nvPr/>
        </p:nvSpPr>
        <p:spPr>
          <a:xfrm>
            <a:off x="4614120" y="3436920"/>
            <a:ext cx="2945880" cy="34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pt-PT" sz="1130" spc="-1" strike="noStrike">
                <a:solidFill>
                  <a:srgbClr val="64748b"/>
                </a:solidFill>
                <a:latin typeface="Plus Jakarta Sans"/>
                <a:ea typeface="Plus Jakarta Sans"/>
              </a:rPr>
              <a:t>Gestão centralizada de pedidos para grupos de utentes em residências seniores.</a:t>
            </a:r>
            <a:endParaRPr b="0" lang="pt-PT" sz="11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" name="Google Shape;128;p15"/>
          <p:cNvSpPr/>
          <p:nvPr/>
        </p:nvSpPr>
        <p:spPr>
          <a:xfrm>
            <a:off x="8336880" y="2896560"/>
            <a:ext cx="3741840" cy="22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pt-PT" sz="1500" spc="-1" strike="noStrike">
                <a:solidFill>
                  <a:srgbClr val="0f172a"/>
                </a:solidFill>
                <a:latin typeface="Plus Jakarta Sans"/>
                <a:ea typeface="Plus Jakarta Sans"/>
              </a:rPr>
              <a:t>Unidades Hospitalares</a:t>
            </a:r>
            <a:endParaRPr b="0" lang="pt-PT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Google Shape;129;p15"/>
          <p:cNvSpPr/>
          <p:nvPr/>
        </p:nvSpPr>
        <p:spPr>
          <a:xfrm>
            <a:off x="8280000" y="3436920"/>
            <a:ext cx="2945880" cy="34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pt-PT" sz="1130" spc="-1" strike="noStrike">
                <a:solidFill>
                  <a:srgbClr val="64748b"/>
                </a:solidFill>
                <a:latin typeface="Plus Jakarta Sans"/>
                <a:ea typeface="Plus Jakarta Sans"/>
              </a:rPr>
              <a:t>Sinalização de término de consulta médica via kiosk ou botão virtual.</a:t>
            </a:r>
            <a:endParaRPr b="0" lang="pt-PT" sz="113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34;p16"/>
          <p:cNvSpPr/>
          <p:nvPr/>
        </p:nvSpPr>
        <p:spPr>
          <a:xfrm>
            <a:off x="762120" y="2624040"/>
            <a:ext cx="304560" cy="304560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pt-PT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3" name="Google Shape;135;p16"/>
          <p:cNvSpPr/>
          <p:nvPr/>
        </p:nvSpPr>
        <p:spPr>
          <a:xfrm>
            <a:off x="762120" y="3252960"/>
            <a:ext cx="304560" cy="304560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pt-PT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4" name="Google Shape;136;p16"/>
          <p:cNvSpPr/>
          <p:nvPr/>
        </p:nvSpPr>
        <p:spPr>
          <a:xfrm>
            <a:off x="762120" y="4062240"/>
            <a:ext cx="304560" cy="304560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pt-PT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5" name="Google Shape;138;p16"/>
          <p:cNvSpPr/>
          <p:nvPr/>
        </p:nvSpPr>
        <p:spPr>
          <a:xfrm>
            <a:off x="762120" y="533520"/>
            <a:ext cx="1142964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pt-PT" sz="1050" spc="-1" strike="noStrike">
                <a:solidFill>
                  <a:srgbClr val="0d9488"/>
                </a:solidFill>
                <a:latin typeface="Plus Jakarta Sans"/>
                <a:ea typeface="Plus Jakarta Sans"/>
              </a:rPr>
              <a:t>03. SOLUÇÃO PROPOSTA</a:t>
            </a:r>
            <a:endParaRPr b="0" lang="pt-PT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" name="Google Shape;139;p16"/>
          <p:cNvSpPr/>
          <p:nvPr/>
        </p:nvSpPr>
        <p:spPr>
          <a:xfrm>
            <a:off x="762120" y="781200"/>
            <a:ext cx="11429640" cy="36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pt-PT" sz="2400" spc="-1" strike="noStrike">
                <a:solidFill>
                  <a:srgbClr val="0f172a"/>
                </a:solidFill>
                <a:latin typeface="Plus Jakarta Sans"/>
                <a:ea typeface="Plus Jakarta Sans"/>
              </a:rPr>
              <a:t>A Plataforma Digital MobiAssiste</a:t>
            </a:r>
            <a:endParaRPr b="0" lang="pt-PT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" name="Google Shape;140;p16"/>
          <p:cNvSpPr/>
          <p:nvPr/>
        </p:nvSpPr>
        <p:spPr>
          <a:xfrm>
            <a:off x="619200" y="2684520"/>
            <a:ext cx="590040" cy="18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pt-PT" sz="1200" spc="-1" strike="noStrike">
                <a:solidFill>
                  <a:srgbClr val="ffffff"/>
                </a:solidFill>
                <a:latin typeface="Plus Jakarta Sans"/>
                <a:ea typeface="Plus Jakarta Sans"/>
              </a:rPr>
              <a:t>1</a:t>
            </a:r>
            <a:endParaRPr b="0" lang="pt-PT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" name="Google Shape;141;p16"/>
          <p:cNvSpPr/>
          <p:nvPr/>
        </p:nvSpPr>
        <p:spPr>
          <a:xfrm>
            <a:off x="619200" y="3313440"/>
            <a:ext cx="590040" cy="18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pt-PT" sz="1200" spc="-1" strike="noStrike">
                <a:solidFill>
                  <a:srgbClr val="ffffff"/>
                </a:solidFill>
                <a:latin typeface="Plus Jakarta Sans"/>
                <a:ea typeface="Plus Jakarta Sans"/>
              </a:rPr>
              <a:t>2</a:t>
            </a:r>
            <a:endParaRPr b="0" lang="pt-PT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" name="Google Shape;142;p16"/>
          <p:cNvSpPr/>
          <p:nvPr/>
        </p:nvSpPr>
        <p:spPr>
          <a:xfrm>
            <a:off x="619200" y="4122720"/>
            <a:ext cx="590040" cy="18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pt-PT" sz="1200" spc="-1" strike="noStrike">
                <a:solidFill>
                  <a:srgbClr val="ffffff"/>
                </a:solidFill>
                <a:latin typeface="Plus Jakarta Sans"/>
                <a:ea typeface="Plus Jakarta Sans"/>
              </a:rPr>
              <a:t>3</a:t>
            </a:r>
            <a:endParaRPr b="0" lang="pt-PT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" name="Google Shape;143;p16"/>
          <p:cNvSpPr/>
          <p:nvPr/>
        </p:nvSpPr>
        <p:spPr>
          <a:xfrm>
            <a:off x="1219320" y="2624040"/>
            <a:ext cx="6100560" cy="20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pt-PT" sz="1350" spc="-1" strike="noStrike">
                <a:solidFill>
                  <a:srgbClr val="0f172a"/>
                </a:solidFill>
                <a:latin typeface="Plus Jakarta Sans"/>
                <a:ea typeface="Plus Jakarta Sans"/>
              </a:rPr>
              <a:t>Triagem &amp; Matching Algorítmico</a:t>
            </a:r>
            <a:endParaRPr b="0" lang="pt-PT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" name="Google Shape;144;p16"/>
          <p:cNvSpPr/>
          <p:nvPr/>
        </p:nvSpPr>
        <p:spPr>
          <a:xfrm>
            <a:off x="1219320" y="2881440"/>
            <a:ext cx="5810040" cy="17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pt-PT" sz="1130" spc="-1" strike="noStrike">
                <a:solidFill>
                  <a:srgbClr val="64748b"/>
                </a:solidFill>
                <a:latin typeface="Plus Jakarta Sans"/>
                <a:ea typeface="Plus Jakarta Sans"/>
              </a:rPr>
              <a:t>Cruzamento automático entre perfil de mobilidade e tipo de veículo.</a:t>
            </a:r>
            <a:endParaRPr b="0" lang="pt-PT" sz="11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Google Shape;145;p16"/>
          <p:cNvSpPr/>
          <p:nvPr/>
        </p:nvSpPr>
        <p:spPr>
          <a:xfrm>
            <a:off x="1219320" y="3252960"/>
            <a:ext cx="6100560" cy="20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pt-PT" sz="1350" spc="-1" strike="noStrike">
                <a:solidFill>
                  <a:srgbClr val="0f172a"/>
                </a:solidFill>
                <a:latin typeface="Plus Jakarta Sans"/>
                <a:ea typeface="Plus Jakarta Sans"/>
              </a:rPr>
              <a:t>Integração IoT Hospitalar</a:t>
            </a:r>
            <a:endParaRPr b="0" lang="pt-PT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" name="Google Shape;146;p16"/>
          <p:cNvSpPr/>
          <p:nvPr/>
        </p:nvSpPr>
        <p:spPr>
          <a:xfrm>
            <a:off x="1219320" y="3510000"/>
            <a:ext cx="4743000" cy="34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pt-PT" sz="1130" spc="-1" strike="noStrike">
                <a:solidFill>
                  <a:srgbClr val="64748b"/>
                </a:solidFill>
                <a:latin typeface="Plus Jakarta Sans"/>
                <a:ea typeface="Plus Jakarta Sans"/>
              </a:rPr>
              <a:t>Sinalização em tempo real do término de consulta para eliminar esperas.</a:t>
            </a:r>
            <a:endParaRPr b="0" lang="pt-PT" sz="11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" name="Google Shape;147;p16"/>
          <p:cNvSpPr/>
          <p:nvPr/>
        </p:nvSpPr>
        <p:spPr>
          <a:xfrm>
            <a:off x="1219320" y="4062240"/>
            <a:ext cx="5975280" cy="20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pt-PT" sz="1350" spc="-1" strike="noStrike">
                <a:solidFill>
                  <a:srgbClr val="0f172a"/>
                </a:solidFill>
                <a:latin typeface="Plus Jakarta Sans"/>
                <a:ea typeface="Plus Jakarta Sans"/>
              </a:rPr>
              <a:t>Módulo de Banco de Tempo</a:t>
            </a:r>
            <a:endParaRPr b="0" lang="pt-PT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" name="Google Shape;148;p16"/>
          <p:cNvSpPr/>
          <p:nvPr/>
        </p:nvSpPr>
        <p:spPr>
          <a:xfrm>
            <a:off x="1219320" y="4319640"/>
            <a:ext cx="5690880" cy="17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pt-PT" sz="1130" spc="-1" strike="noStrike">
                <a:solidFill>
                  <a:srgbClr val="64748b"/>
                </a:solidFill>
                <a:latin typeface="Plus Jakarta Sans"/>
                <a:ea typeface="Plus Jakarta Sans"/>
              </a:rPr>
              <a:t>Reconhecimento e conversão de horas dedicadas por voluntários.</a:t>
            </a:r>
            <a:endParaRPr b="0" lang="pt-PT" sz="113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53;p17"/>
          <p:cNvSpPr/>
          <p:nvPr/>
        </p:nvSpPr>
        <p:spPr>
          <a:xfrm>
            <a:off x="762120" y="2952720"/>
            <a:ext cx="3403080" cy="1885680"/>
          </a:xfrm>
          <a:prstGeom prst="roundRect">
            <a:avLst>
              <a:gd name="adj" fmla="val 8080"/>
            </a:avLst>
          </a:prstGeom>
          <a:solidFill>
            <a:srgbClr val="ffffff"/>
          </a:solidFill>
          <a:ln w="9525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pt-PT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" name="Google Shape;154;p17"/>
          <p:cNvSpPr/>
          <p:nvPr/>
        </p:nvSpPr>
        <p:spPr>
          <a:xfrm>
            <a:off x="4394160" y="2952720"/>
            <a:ext cx="3403080" cy="1885680"/>
          </a:xfrm>
          <a:prstGeom prst="roundRect">
            <a:avLst>
              <a:gd name="adj" fmla="val 8080"/>
            </a:avLst>
          </a:prstGeom>
          <a:solidFill>
            <a:srgbClr val="ffffff"/>
          </a:solidFill>
          <a:ln w="9525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pt-PT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" name="Google Shape;155;p17"/>
          <p:cNvSpPr/>
          <p:nvPr/>
        </p:nvSpPr>
        <p:spPr>
          <a:xfrm>
            <a:off x="8026200" y="2952720"/>
            <a:ext cx="3403080" cy="1885680"/>
          </a:xfrm>
          <a:prstGeom prst="roundRect">
            <a:avLst>
              <a:gd name="adj" fmla="val 8080"/>
            </a:avLst>
          </a:prstGeom>
          <a:solidFill>
            <a:srgbClr val="ffffff"/>
          </a:solidFill>
          <a:ln w="9525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pt-PT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" name="Google Shape;156;p17"/>
          <p:cNvSpPr/>
          <p:nvPr/>
        </p:nvSpPr>
        <p:spPr>
          <a:xfrm>
            <a:off x="1000080" y="3200400"/>
            <a:ext cx="780840" cy="218880"/>
          </a:xfrm>
          <a:prstGeom prst="roundRect">
            <a:avLst>
              <a:gd name="adj" fmla="val 50000"/>
            </a:avLst>
          </a:prstGeom>
          <a:solidFill>
            <a:srgbClr val="e7f4f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pt-PT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" name="Google Shape;157;p17"/>
          <p:cNvSpPr/>
          <p:nvPr/>
        </p:nvSpPr>
        <p:spPr>
          <a:xfrm>
            <a:off x="4632120" y="3200400"/>
            <a:ext cx="1323720" cy="218880"/>
          </a:xfrm>
          <a:prstGeom prst="roundRect">
            <a:avLst>
              <a:gd name="adj" fmla="val 50000"/>
            </a:avLst>
          </a:prstGeom>
          <a:solidFill>
            <a:srgbClr val="fce8e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pt-PT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" name="Google Shape;158;p17"/>
          <p:cNvSpPr/>
          <p:nvPr/>
        </p:nvSpPr>
        <p:spPr>
          <a:xfrm>
            <a:off x="8264520" y="3200400"/>
            <a:ext cx="961560" cy="218880"/>
          </a:xfrm>
          <a:prstGeom prst="roundRect">
            <a:avLst>
              <a:gd name="adj" fmla="val 50000"/>
            </a:avLst>
          </a:prstGeom>
          <a:solidFill>
            <a:srgbClr val="fbf1e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pt-PT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" name="Google Shape;159;p17"/>
          <p:cNvSpPr/>
          <p:nvPr/>
        </p:nvSpPr>
        <p:spPr>
          <a:xfrm>
            <a:off x="762120" y="533520"/>
            <a:ext cx="1142964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pt-PT" sz="1050" spc="-1" strike="noStrike">
                <a:solidFill>
                  <a:srgbClr val="0d9488"/>
                </a:solidFill>
                <a:latin typeface="Plus Jakarta Sans"/>
                <a:ea typeface="Plus Jakarta Sans"/>
              </a:rPr>
              <a:t>04. MAPEAMENTO DE NECESSIDADES</a:t>
            </a:r>
            <a:endParaRPr b="0" lang="pt-PT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" name="Google Shape;160;p17"/>
          <p:cNvSpPr/>
          <p:nvPr/>
        </p:nvSpPr>
        <p:spPr>
          <a:xfrm>
            <a:off x="762120" y="781200"/>
            <a:ext cx="11429640" cy="36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pt-PT" sz="2400" spc="-1" strike="noStrike">
                <a:solidFill>
                  <a:srgbClr val="0f172a"/>
                </a:solidFill>
                <a:latin typeface="Plus Jakarta Sans"/>
                <a:ea typeface="Plus Jakarta Sans"/>
              </a:rPr>
              <a:t>Personas</a:t>
            </a:r>
            <a:endParaRPr b="0" lang="pt-PT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" name="Google Shape;161;p17"/>
          <p:cNvSpPr/>
          <p:nvPr/>
        </p:nvSpPr>
        <p:spPr>
          <a:xfrm>
            <a:off x="1095480" y="3238560"/>
            <a:ext cx="685440" cy="13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pt-PT" sz="900" spc="-1" strike="noStrike">
                <a:solidFill>
                  <a:srgbClr val="0d9488"/>
                </a:solidFill>
                <a:latin typeface="Plus Jakarta Sans"/>
                <a:ea typeface="Plus Jakarta Sans"/>
              </a:rPr>
              <a:t>CEGUEIRA</a:t>
            </a:r>
            <a:endParaRPr b="0" lang="pt-PT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" name="Google Shape;162;p17"/>
          <p:cNvSpPr/>
          <p:nvPr/>
        </p:nvSpPr>
        <p:spPr>
          <a:xfrm>
            <a:off x="1000080" y="3505320"/>
            <a:ext cx="3841560" cy="20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pt-PT" sz="1350" spc="-1" strike="noStrike">
                <a:solidFill>
                  <a:srgbClr val="0f172a"/>
                </a:solidFill>
                <a:latin typeface="Plus Jakarta Sans"/>
                <a:ea typeface="Plus Jakarta Sans"/>
              </a:rPr>
              <a:t>Benedita Sousa, 67</a:t>
            </a:r>
            <a:endParaRPr b="0" lang="pt-PT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" name="Google Shape;163;p17"/>
          <p:cNvSpPr/>
          <p:nvPr/>
        </p:nvSpPr>
        <p:spPr>
          <a:xfrm>
            <a:off x="1000080" y="3762360"/>
            <a:ext cx="365868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pt-PT" sz="1050" spc="-1" strike="noStrike">
                <a:solidFill>
                  <a:srgbClr val="64748b"/>
                </a:solidFill>
                <a:latin typeface="Plus Jakarta Sans"/>
                <a:ea typeface="Plus Jakarta Sans"/>
              </a:rPr>
              <a:t>Acompanhamento Pedestre</a:t>
            </a:r>
            <a:endParaRPr b="0" lang="pt-PT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" name="Google Shape;164;p17"/>
          <p:cNvSpPr/>
          <p:nvPr/>
        </p:nvSpPr>
        <p:spPr>
          <a:xfrm>
            <a:off x="1000080" y="4086360"/>
            <a:ext cx="3022200" cy="47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pt-PT" sz="1050" spc="-1" strike="noStrike">
                <a:solidFill>
                  <a:srgbClr val="334155"/>
                </a:solidFill>
                <a:latin typeface="Plus Jakarta Sans"/>
                <a:ea typeface="Plus Jakarta Sans"/>
              </a:rPr>
              <a:t>Acesso via Canal Telefónico Assistido. Requer voluntário para apoio no embarque e dentro do hospital.</a:t>
            </a:r>
            <a:endParaRPr b="0" lang="pt-PT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" name="Google Shape;165;p17"/>
          <p:cNvSpPr/>
          <p:nvPr/>
        </p:nvSpPr>
        <p:spPr>
          <a:xfrm>
            <a:off x="4727520" y="3238560"/>
            <a:ext cx="1228320" cy="13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pt-PT" sz="900" spc="-1" strike="noStrike">
                <a:solidFill>
                  <a:srgbClr val="e11d48"/>
                </a:solidFill>
                <a:latin typeface="Plus Jakarta Sans"/>
                <a:ea typeface="Plus Jakarta Sans"/>
              </a:rPr>
              <a:t>CADEIRA DE RODAS</a:t>
            </a:r>
            <a:endParaRPr b="0" lang="pt-PT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" name="Google Shape;166;p17"/>
          <p:cNvSpPr/>
          <p:nvPr/>
        </p:nvSpPr>
        <p:spPr>
          <a:xfrm>
            <a:off x="4632120" y="3505320"/>
            <a:ext cx="3841560" cy="20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pt-PT" sz="1350" spc="-1" strike="noStrike">
                <a:solidFill>
                  <a:srgbClr val="0f172a"/>
                </a:solidFill>
                <a:latin typeface="Plus Jakarta Sans"/>
                <a:ea typeface="Plus Jakarta Sans"/>
              </a:rPr>
              <a:t>Manuel Silva, 74</a:t>
            </a:r>
            <a:endParaRPr b="0" lang="pt-PT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" name="Google Shape;167;p17"/>
          <p:cNvSpPr/>
          <p:nvPr/>
        </p:nvSpPr>
        <p:spPr>
          <a:xfrm>
            <a:off x="4632120" y="3762360"/>
            <a:ext cx="365868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pt-PT" sz="1050" spc="-1" strike="noStrike">
                <a:solidFill>
                  <a:srgbClr val="64748b"/>
                </a:solidFill>
                <a:latin typeface="Plus Jakarta Sans"/>
                <a:ea typeface="Plus Jakarta Sans"/>
              </a:rPr>
              <a:t>Mobilidade Severa</a:t>
            </a:r>
            <a:endParaRPr b="0" lang="pt-PT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" name="Google Shape;168;p17"/>
          <p:cNvSpPr/>
          <p:nvPr/>
        </p:nvSpPr>
        <p:spPr>
          <a:xfrm>
            <a:off x="4632120" y="4086360"/>
            <a:ext cx="3022200" cy="47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pt-PT" sz="1050" spc="-1" strike="noStrike">
                <a:solidFill>
                  <a:srgbClr val="334155"/>
                </a:solidFill>
                <a:latin typeface="Plus Jakarta Sans"/>
                <a:ea typeface="Plus Jakarta Sans"/>
              </a:rPr>
              <a:t>Agendamento por Técnico de Lar. Alocação automática de Viatura Adaptada com rampa/elevador.</a:t>
            </a:r>
            <a:endParaRPr b="0" lang="pt-PT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" name="Google Shape;169;p17"/>
          <p:cNvSpPr/>
          <p:nvPr/>
        </p:nvSpPr>
        <p:spPr>
          <a:xfrm>
            <a:off x="8359560" y="3238560"/>
            <a:ext cx="866520" cy="13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pt-PT" sz="900" spc="-1" strike="noStrike">
                <a:solidFill>
                  <a:srgbClr val="0f172a"/>
                </a:solidFill>
                <a:latin typeface="Plus Jakarta Sans"/>
                <a:ea typeface="Plus Jakarta Sans"/>
              </a:rPr>
              <a:t>VOLUNTÁRIO</a:t>
            </a:r>
            <a:endParaRPr b="0" lang="pt-PT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" name="Google Shape;170;p17"/>
          <p:cNvSpPr/>
          <p:nvPr/>
        </p:nvSpPr>
        <p:spPr>
          <a:xfrm>
            <a:off x="8264520" y="3505320"/>
            <a:ext cx="3841560" cy="20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pt-PT" sz="1350" spc="-1" strike="noStrike">
                <a:solidFill>
                  <a:srgbClr val="0f172a"/>
                </a:solidFill>
                <a:latin typeface="Plus Jakarta Sans"/>
                <a:ea typeface="Plus Jakarta Sans"/>
              </a:rPr>
              <a:t>Guilherme Costa, 21</a:t>
            </a:r>
            <a:endParaRPr b="0" lang="pt-PT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" name="Google Shape;171;p17"/>
          <p:cNvSpPr/>
          <p:nvPr/>
        </p:nvSpPr>
        <p:spPr>
          <a:xfrm>
            <a:off x="8264520" y="3762360"/>
            <a:ext cx="365868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pt-PT" sz="1050" spc="-1" strike="noStrike">
                <a:solidFill>
                  <a:srgbClr val="64748b"/>
                </a:solidFill>
                <a:latin typeface="Plus Jakarta Sans"/>
                <a:ea typeface="Plus Jakarta Sans"/>
              </a:rPr>
              <a:t>Carro Próprio</a:t>
            </a:r>
            <a:endParaRPr b="0" lang="pt-PT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" name="Google Shape;172;p17"/>
          <p:cNvSpPr/>
          <p:nvPr/>
        </p:nvSpPr>
        <p:spPr>
          <a:xfrm>
            <a:off x="8264520" y="4086360"/>
            <a:ext cx="3022200" cy="47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pt-PT" sz="1050" spc="-1" strike="noStrike">
                <a:solidFill>
                  <a:srgbClr val="334155"/>
                </a:solidFill>
                <a:latin typeface="Plus Jakarta Sans"/>
                <a:ea typeface="Plus Jakarta Sans"/>
              </a:rPr>
              <a:t>Usa App Móvel para aceitar missões flexíveis e acumular créditos no Banco de Tempo comunitário.</a:t>
            </a:r>
            <a:endParaRPr b="0" lang="pt-PT" sz="10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77;p18"/>
          <p:cNvSpPr/>
          <p:nvPr/>
        </p:nvSpPr>
        <p:spPr>
          <a:xfrm>
            <a:off x="762120" y="2152800"/>
            <a:ext cx="5652360" cy="837720"/>
          </a:xfrm>
          <a:prstGeom prst="roundRect">
            <a:avLst>
              <a:gd name="adj" fmla="val 13636"/>
            </a:avLst>
          </a:prstGeom>
          <a:solidFill>
            <a:srgbClr val="f8fafc"/>
          </a:solidFill>
          <a:ln w="9525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pt-PT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" name="Google Shape;178;p18"/>
          <p:cNvSpPr/>
          <p:nvPr/>
        </p:nvSpPr>
        <p:spPr>
          <a:xfrm>
            <a:off x="762120" y="3143160"/>
            <a:ext cx="5652360" cy="837720"/>
          </a:xfrm>
          <a:prstGeom prst="roundRect">
            <a:avLst>
              <a:gd name="adj" fmla="val 13636"/>
            </a:avLst>
          </a:prstGeom>
          <a:solidFill>
            <a:srgbClr val="f8fafc"/>
          </a:solidFill>
          <a:ln w="9525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pt-PT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" name="Google Shape;179;p18"/>
          <p:cNvSpPr/>
          <p:nvPr/>
        </p:nvSpPr>
        <p:spPr>
          <a:xfrm>
            <a:off x="762120" y="4133880"/>
            <a:ext cx="5652360" cy="837720"/>
          </a:xfrm>
          <a:prstGeom prst="roundRect">
            <a:avLst>
              <a:gd name="adj" fmla="val 13636"/>
            </a:avLst>
          </a:prstGeom>
          <a:solidFill>
            <a:srgbClr val="f8fafc"/>
          </a:solidFill>
          <a:ln w="9525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pt-PT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" name="Google Shape;181;p18"/>
          <p:cNvSpPr/>
          <p:nvPr/>
        </p:nvSpPr>
        <p:spPr>
          <a:xfrm>
            <a:off x="762120" y="533520"/>
            <a:ext cx="1142964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pt-PT" sz="1050" spc="-1" strike="noStrike">
                <a:solidFill>
                  <a:srgbClr val="0d9488"/>
                </a:solidFill>
                <a:latin typeface="Plus Jakarta Sans"/>
                <a:ea typeface="Plus Jakarta Sans"/>
              </a:rPr>
              <a:t>05. GESTÃO DE RECURSOS</a:t>
            </a:r>
            <a:endParaRPr b="0" lang="pt-PT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" name="Google Shape;182;p18"/>
          <p:cNvSpPr/>
          <p:nvPr/>
        </p:nvSpPr>
        <p:spPr>
          <a:xfrm>
            <a:off x="762120" y="781200"/>
            <a:ext cx="11429640" cy="36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pt-PT" sz="2400" spc="-1" strike="noStrike">
                <a:solidFill>
                  <a:srgbClr val="0f172a"/>
                </a:solidFill>
                <a:latin typeface="Plus Jakarta Sans"/>
                <a:ea typeface="Plus Jakarta Sans"/>
              </a:rPr>
              <a:t>Hierarquia de Recurso à Frota Híbrida</a:t>
            </a:r>
            <a:endParaRPr b="0" lang="pt-PT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" name="Google Shape;183;p18"/>
          <p:cNvSpPr/>
          <p:nvPr/>
        </p:nvSpPr>
        <p:spPr>
          <a:xfrm>
            <a:off x="961920" y="2352600"/>
            <a:ext cx="2390400" cy="13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pt-PT" sz="900" spc="-1" strike="noStrike">
                <a:solidFill>
                  <a:srgbClr val="0d9488"/>
                </a:solidFill>
                <a:latin typeface="Plus Jakarta Sans"/>
                <a:ea typeface="Plus Jakarta Sans"/>
              </a:rPr>
              <a:t>Nível 1 • Prioritário</a:t>
            </a:r>
            <a:endParaRPr b="0" lang="pt-PT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" name="Google Shape;184;p18"/>
          <p:cNvSpPr/>
          <p:nvPr/>
        </p:nvSpPr>
        <p:spPr>
          <a:xfrm>
            <a:off x="5061960" y="2486160"/>
            <a:ext cx="144036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pt-PT" sz="1050" spc="-1" strike="noStrike">
                <a:solidFill>
                  <a:srgbClr val="64748b"/>
                </a:solidFill>
                <a:latin typeface="Plus Jakarta Sans"/>
                <a:ea typeface="Plus Jakarta Sans"/>
              </a:rPr>
              <a:t>Mobilidade Ligeira</a:t>
            </a:r>
            <a:endParaRPr b="0" lang="pt-PT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" name="Google Shape;185;p18"/>
          <p:cNvSpPr/>
          <p:nvPr/>
        </p:nvSpPr>
        <p:spPr>
          <a:xfrm>
            <a:off x="961920" y="3343320"/>
            <a:ext cx="2276280" cy="13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pt-PT" sz="900" spc="-1" strike="noStrike">
                <a:solidFill>
                  <a:srgbClr val="d97706"/>
                </a:solidFill>
                <a:latin typeface="Plus Jakarta Sans"/>
                <a:ea typeface="Plus Jakarta Sans"/>
              </a:rPr>
              <a:t>Nível 2 • Adaptado</a:t>
            </a:r>
            <a:endParaRPr b="0" lang="pt-PT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" name="Google Shape;186;p18"/>
          <p:cNvSpPr/>
          <p:nvPr/>
        </p:nvSpPr>
        <p:spPr>
          <a:xfrm>
            <a:off x="5100120" y="3476520"/>
            <a:ext cx="139968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pt-PT" sz="1050" spc="-1" strike="noStrike">
                <a:solidFill>
                  <a:srgbClr val="64748b"/>
                </a:solidFill>
                <a:latin typeface="Plus Jakarta Sans"/>
                <a:ea typeface="Plus Jakarta Sans"/>
              </a:rPr>
              <a:t>Cadeira de Rodas</a:t>
            </a:r>
            <a:endParaRPr b="0" lang="pt-PT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" name="Google Shape;187;p18"/>
          <p:cNvSpPr/>
          <p:nvPr/>
        </p:nvSpPr>
        <p:spPr>
          <a:xfrm>
            <a:off x="961920" y="4334040"/>
            <a:ext cx="2952360" cy="13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pt-PT" sz="900" spc="-1" strike="noStrike">
                <a:solidFill>
                  <a:srgbClr val="e11d48"/>
                </a:solidFill>
                <a:latin typeface="Plus Jakarta Sans"/>
                <a:ea typeface="Plus Jakarta Sans"/>
              </a:rPr>
              <a:t>Nível 3 • Contingência</a:t>
            </a:r>
            <a:endParaRPr b="0" lang="pt-PT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" name="Google Shape;188;p18"/>
          <p:cNvSpPr/>
          <p:nvPr/>
        </p:nvSpPr>
        <p:spPr>
          <a:xfrm>
            <a:off x="4928760" y="4467240"/>
            <a:ext cx="160704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pt-PT" sz="1050" spc="-1" strike="noStrike">
                <a:solidFill>
                  <a:srgbClr val="64748b"/>
                </a:solidFill>
                <a:latin typeface="Plus Jakarta Sans"/>
                <a:ea typeface="Plus Jakarta Sans"/>
              </a:rPr>
              <a:t>Falha de Rede Social</a:t>
            </a:r>
            <a:endParaRPr b="0" lang="pt-PT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" name="Google Shape;189;p18"/>
          <p:cNvSpPr/>
          <p:nvPr/>
        </p:nvSpPr>
        <p:spPr>
          <a:xfrm>
            <a:off x="961920" y="2571840"/>
            <a:ext cx="3012480" cy="20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pt-PT" sz="1350" spc="-1" strike="noStrike">
                <a:solidFill>
                  <a:srgbClr val="0f172a"/>
                </a:solidFill>
                <a:latin typeface="Plus Jakarta Sans"/>
                <a:ea typeface="Plus Jakarta Sans"/>
              </a:rPr>
              <a:t>Voluntário em Carro Ligeiro</a:t>
            </a:r>
            <a:endParaRPr b="0" lang="pt-PT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" name="Google Shape;190;p18"/>
          <p:cNvSpPr/>
          <p:nvPr/>
        </p:nvSpPr>
        <p:spPr>
          <a:xfrm>
            <a:off x="961920" y="3562200"/>
            <a:ext cx="2862360" cy="20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pt-PT" sz="1350" spc="-1" strike="noStrike">
                <a:solidFill>
                  <a:srgbClr val="0f172a"/>
                </a:solidFill>
                <a:latin typeface="Plus Jakarta Sans"/>
                <a:ea typeface="Plus Jakarta Sans"/>
              </a:rPr>
              <a:t>Viatura Adaptada Parceiro</a:t>
            </a:r>
            <a:endParaRPr b="0" lang="pt-PT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" name="Google Shape;191;p18"/>
          <p:cNvSpPr/>
          <p:nvPr/>
        </p:nvSpPr>
        <p:spPr>
          <a:xfrm>
            <a:off x="961920" y="4552920"/>
            <a:ext cx="3750120" cy="20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pt-PT" sz="1350" spc="-1" strike="noStrike">
                <a:solidFill>
                  <a:srgbClr val="0f172a"/>
                </a:solidFill>
                <a:latin typeface="Plus Jakarta Sans"/>
                <a:ea typeface="Plus Jakarta Sans"/>
              </a:rPr>
              <a:t>Operador Profissional (Táxi/TVDE)</a:t>
            </a:r>
            <a:endParaRPr b="0" lang="pt-PT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" name=""/>
          <p:cNvSpPr txBox="1"/>
          <p:nvPr/>
        </p:nvSpPr>
        <p:spPr>
          <a:xfrm>
            <a:off x="764280" y="1440000"/>
            <a:ext cx="5895720" cy="684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pt-PT" sz="1350" spc="-1" strike="noStrike">
                <a:solidFill>
                  <a:srgbClr val="0f172a"/>
                </a:solidFill>
                <a:latin typeface="Plus Jakarta Sans"/>
                <a:ea typeface="Plus Jakarta Sans"/>
              </a:rPr>
              <a:t>Para gerir os meios de forma eficiente, o MobiAssiste utiliza um modelo de Frota Híbrida dividido em 3 níveis:</a:t>
            </a:r>
            <a:endParaRPr b="1" lang="pt-PT" sz="13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96;p19"/>
          <p:cNvSpPr/>
          <p:nvPr/>
        </p:nvSpPr>
        <p:spPr>
          <a:xfrm>
            <a:off x="762120" y="3240000"/>
            <a:ext cx="2366640" cy="1369800"/>
          </a:xfrm>
          <a:prstGeom prst="roundRect">
            <a:avLst>
              <a:gd name="adj" fmla="val 8450"/>
            </a:avLst>
          </a:prstGeom>
          <a:solidFill>
            <a:srgbClr val="ffffff"/>
          </a:solidFill>
          <a:ln w="38100">
            <a:solidFill>
              <a:srgbClr val="0d948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pt-PT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" name="Google Shape;198;p19"/>
          <p:cNvSpPr/>
          <p:nvPr/>
        </p:nvSpPr>
        <p:spPr>
          <a:xfrm>
            <a:off x="3529080" y="3240000"/>
            <a:ext cx="2366640" cy="1369800"/>
          </a:xfrm>
          <a:prstGeom prst="roundRect">
            <a:avLst>
              <a:gd name="adj" fmla="val 8450"/>
            </a:avLst>
          </a:prstGeom>
          <a:solidFill>
            <a:srgbClr val="ffffff"/>
          </a:solidFill>
          <a:ln w="38100">
            <a:solidFill>
              <a:srgbClr val="2a60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pt-PT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" name="Google Shape;200;p19"/>
          <p:cNvSpPr/>
          <p:nvPr/>
        </p:nvSpPr>
        <p:spPr>
          <a:xfrm>
            <a:off x="6305400" y="3240000"/>
            <a:ext cx="2343960" cy="137016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38100">
            <a:solidFill>
              <a:srgbClr val="e11d4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pt-PT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" name="Google Shape;202;p19"/>
          <p:cNvSpPr/>
          <p:nvPr/>
        </p:nvSpPr>
        <p:spPr>
          <a:xfrm>
            <a:off x="9063000" y="3240000"/>
            <a:ext cx="2366640" cy="1369800"/>
          </a:xfrm>
          <a:prstGeom prst="roundRect">
            <a:avLst>
              <a:gd name="adj" fmla="val 8450"/>
            </a:avLst>
          </a:prstGeom>
          <a:solidFill>
            <a:srgbClr val="ffffff"/>
          </a:solidFill>
          <a:ln w="38100">
            <a:solidFill>
              <a:srgbClr val="d977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pt-PT" sz="14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55" name="Google Shape;204;p19" descr="image.png"/>
          <p:cNvPicPr/>
          <p:nvPr/>
        </p:nvPicPr>
        <p:blipFill>
          <a:blip r:embed="rId1"/>
          <a:stretch/>
        </p:blipFill>
        <p:spPr>
          <a:xfrm>
            <a:off x="3281400" y="3857760"/>
            <a:ext cx="95040" cy="151920"/>
          </a:xfrm>
          <a:prstGeom prst="rect">
            <a:avLst/>
          </a:prstGeom>
          <a:ln w="0">
            <a:noFill/>
          </a:ln>
        </p:spPr>
      </p:pic>
      <p:pic>
        <p:nvPicPr>
          <p:cNvPr id="156" name="Google Shape;205;p19" descr="image.png"/>
          <p:cNvPicPr/>
          <p:nvPr/>
        </p:nvPicPr>
        <p:blipFill>
          <a:blip r:embed="rId2"/>
          <a:stretch/>
        </p:blipFill>
        <p:spPr>
          <a:xfrm>
            <a:off x="6048360" y="3857760"/>
            <a:ext cx="95040" cy="151920"/>
          </a:xfrm>
          <a:prstGeom prst="rect">
            <a:avLst/>
          </a:prstGeom>
          <a:ln w="0">
            <a:noFill/>
          </a:ln>
        </p:spPr>
      </p:pic>
      <p:pic>
        <p:nvPicPr>
          <p:cNvPr id="157" name="Google Shape;206;p19" descr="image.png"/>
          <p:cNvPicPr/>
          <p:nvPr/>
        </p:nvPicPr>
        <p:blipFill>
          <a:blip r:embed="rId3"/>
          <a:stretch/>
        </p:blipFill>
        <p:spPr>
          <a:xfrm>
            <a:off x="8815320" y="3857760"/>
            <a:ext cx="95040" cy="151920"/>
          </a:xfrm>
          <a:prstGeom prst="rect">
            <a:avLst/>
          </a:prstGeom>
          <a:ln w="0">
            <a:noFill/>
          </a:ln>
        </p:spPr>
      </p:pic>
      <p:sp>
        <p:nvSpPr>
          <p:cNvPr id="158" name="Google Shape;207;p19"/>
          <p:cNvSpPr/>
          <p:nvPr/>
        </p:nvSpPr>
        <p:spPr>
          <a:xfrm>
            <a:off x="762120" y="533520"/>
            <a:ext cx="1142964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pt-PT" sz="1050" spc="-1" strike="noStrike">
                <a:solidFill>
                  <a:srgbClr val="0d9488"/>
                </a:solidFill>
                <a:latin typeface="Plus Jakarta Sans"/>
                <a:ea typeface="Plus Jakarta Sans"/>
              </a:rPr>
              <a:t>06. PROTÓTIPO &amp; PROCESSO</a:t>
            </a:r>
            <a:endParaRPr b="0" lang="pt-PT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" name="Google Shape;208;p19"/>
          <p:cNvSpPr/>
          <p:nvPr/>
        </p:nvSpPr>
        <p:spPr>
          <a:xfrm>
            <a:off x="762120" y="781200"/>
            <a:ext cx="11429640" cy="36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pt-PT" sz="2400" spc="-1" strike="noStrike">
                <a:solidFill>
                  <a:srgbClr val="0f172a"/>
                </a:solidFill>
                <a:latin typeface="Plus Jakarta Sans"/>
                <a:ea typeface="Plus Jakarta Sans"/>
              </a:rPr>
              <a:t>Fluxo Operacional de uma Viagem (To-Be)</a:t>
            </a:r>
            <a:endParaRPr b="0" lang="pt-PT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" name="Google Shape;209;p19"/>
          <p:cNvSpPr/>
          <p:nvPr/>
        </p:nvSpPr>
        <p:spPr>
          <a:xfrm>
            <a:off x="990720" y="3486240"/>
            <a:ext cx="2004480" cy="13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pt-PT" sz="900" spc="-1" strike="noStrike">
                <a:solidFill>
                  <a:srgbClr val="0d9488"/>
                </a:solidFill>
                <a:latin typeface="Plus Jakarta Sans"/>
                <a:ea typeface="Plus Jakarta Sans"/>
              </a:rPr>
              <a:t>PASSO 1</a:t>
            </a:r>
            <a:endParaRPr b="0" lang="pt-PT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" name="Google Shape;210;p19"/>
          <p:cNvSpPr/>
          <p:nvPr/>
        </p:nvSpPr>
        <p:spPr>
          <a:xfrm>
            <a:off x="3757680" y="3486240"/>
            <a:ext cx="2004480" cy="13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pt-PT" sz="900" spc="-1" strike="noStrike">
                <a:solidFill>
                  <a:srgbClr val="2a6099"/>
                </a:solidFill>
                <a:latin typeface="Plus Jakarta Sans"/>
                <a:ea typeface="Plus Jakarta Sans"/>
              </a:rPr>
              <a:t>P</a:t>
            </a:r>
            <a:r>
              <a:rPr b="1" lang="pt-PT" sz="900" spc="-1" strike="noStrike">
                <a:solidFill>
                  <a:srgbClr val="2a6099"/>
                </a:solidFill>
                <a:latin typeface="Plus Jakarta Sans"/>
                <a:ea typeface="Plus Jakarta Sans"/>
              </a:rPr>
              <a:t>ASSO 2</a:t>
            </a:r>
            <a:endParaRPr b="0" lang="pt-PT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" name="Google Shape;211;p19"/>
          <p:cNvSpPr/>
          <p:nvPr/>
        </p:nvSpPr>
        <p:spPr>
          <a:xfrm>
            <a:off x="6524640" y="3400560"/>
            <a:ext cx="2004480" cy="13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pt-PT" sz="900" spc="-1" strike="noStrike">
                <a:solidFill>
                  <a:srgbClr val="e11d48"/>
                </a:solidFill>
                <a:latin typeface="Plus Jakarta Sans"/>
                <a:ea typeface="Plus Jakarta Sans"/>
              </a:rPr>
              <a:t>PASSO 3</a:t>
            </a:r>
            <a:endParaRPr b="0" lang="pt-PT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Google Shape;212;p19"/>
          <p:cNvSpPr/>
          <p:nvPr/>
        </p:nvSpPr>
        <p:spPr>
          <a:xfrm>
            <a:off x="9291600" y="3486240"/>
            <a:ext cx="2004480" cy="13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pt-PT" sz="900" spc="-1" strike="noStrike">
                <a:solidFill>
                  <a:srgbClr val="d97706"/>
                </a:solidFill>
                <a:latin typeface="Plus Jakarta Sans"/>
                <a:ea typeface="Plus Jakarta Sans"/>
              </a:rPr>
              <a:t>PASSO 4</a:t>
            </a:r>
            <a:endParaRPr b="0" lang="pt-PT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" name="Google Shape;213;p19"/>
          <p:cNvSpPr/>
          <p:nvPr/>
        </p:nvSpPr>
        <p:spPr>
          <a:xfrm>
            <a:off x="990720" y="3800520"/>
            <a:ext cx="2506320" cy="18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pt-PT" sz="1200" spc="-1" strike="noStrike">
                <a:solidFill>
                  <a:srgbClr val="0f172a"/>
                </a:solidFill>
                <a:latin typeface="Plus Jakarta Sans"/>
                <a:ea typeface="Plus Jakarta Sans"/>
              </a:rPr>
              <a:t>Agendamento</a:t>
            </a:r>
            <a:endParaRPr b="0" lang="pt-PT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" name="Google Shape;214;p19"/>
          <p:cNvSpPr/>
          <p:nvPr/>
        </p:nvSpPr>
        <p:spPr>
          <a:xfrm>
            <a:off x="990720" y="4038480"/>
            <a:ext cx="2004480" cy="32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pt-PT" sz="1050" spc="-1" strike="noStrike">
                <a:solidFill>
                  <a:srgbClr val="64748b"/>
                </a:solidFill>
                <a:latin typeface="Plus Jakarta Sans"/>
                <a:ea typeface="Plus Jakarta Sans"/>
              </a:rPr>
              <a:t>Pedido via telefone ou Portal Web com requisitos médicos.</a:t>
            </a:r>
            <a:endParaRPr b="0" lang="pt-PT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" name="Google Shape;215;p19"/>
          <p:cNvSpPr/>
          <p:nvPr/>
        </p:nvSpPr>
        <p:spPr>
          <a:xfrm>
            <a:off x="3757680" y="3800520"/>
            <a:ext cx="2506320" cy="18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pt-PT" sz="1200" spc="-1" strike="noStrike">
                <a:solidFill>
                  <a:srgbClr val="0f172a"/>
                </a:solidFill>
                <a:latin typeface="Plus Jakarta Sans"/>
                <a:ea typeface="Plus Jakarta Sans"/>
              </a:rPr>
              <a:t>Matching</a:t>
            </a:r>
            <a:endParaRPr b="0" lang="pt-PT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" name="Google Shape;216;p19"/>
          <p:cNvSpPr/>
          <p:nvPr/>
        </p:nvSpPr>
        <p:spPr>
          <a:xfrm>
            <a:off x="3757680" y="4038480"/>
            <a:ext cx="2004480" cy="32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pt-PT" sz="1050" spc="-1" strike="noStrike">
                <a:solidFill>
                  <a:srgbClr val="64748b"/>
                </a:solidFill>
                <a:latin typeface="Plus Jakarta Sans"/>
                <a:ea typeface="Plus Jakarta Sans"/>
              </a:rPr>
              <a:t>Seleção automática do veículo e voluntário adequado.</a:t>
            </a:r>
            <a:endParaRPr b="0" lang="pt-PT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" name="Google Shape;217;p19"/>
          <p:cNvSpPr/>
          <p:nvPr/>
        </p:nvSpPr>
        <p:spPr>
          <a:xfrm>
            <a:off x="6524640" y="3714840"/>
            <a:ext cx="2506320" cy="18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pt-PT" sz="1200" spc="-1" strike="noStrike">
                <a:solidFill>
                  <a:srgbClr val="0f172a"/>
                </a:solidFill>
                <a:latin typeface="Plus Jakarta Sans"/>
                <a:ea typeface="Plus Jakarta Sans"/>
              </a:rPr>
              <a:t>Alerta Hospital</a:t>
            </a:r>
            <a:endParaRPr b="0" lang="pt-PT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9" name="Google Shape;218;p19"/>
          <p:cNvSpPr/>
          <p:nvPr/>
        </p:nvSpPr>
        <p:spPr>
          <a:xfrm>
            <a:off x="6524640" y="3952800"/>
            <a:ext cx="2004480" cy="47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pt-PT" sz="1050" spc="-1" strike="noStrike">
                <a:solidFill>
                  <a:srgbClr val="64748b"/>
                </a:solidFill>
                <a:latin typeface="Plus Jakarta Sans"/>
                <a:ea typeface="Plus Jakarta Sans"/>
              </a:rPr>
              <a:t>Sinalização de "Fim de Consulta" aciona rota de regresso.</a:t>
            </a:r>
            <a:endParaRPr b="0" lang="pt-PT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" name="Google Shape;219;p19"/>
          <p:cNvSpPr/>
          <p:nvPr/>
        </p:nvSpPr>
        <p:spPr>
          <a:xfrm>
            <a:off x="9291600" y="3800520"/>
            <a:ext cx="2506320" cy="18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pt-PT" sz="1200" spc="-1" strike="noStrike">
                <a:solidFill>
                  <a:srgbClr val="0f172a"/>
                </a:solidFill>
                <a:latin typeface="Plus Jakarta Sans"/>
                <a:ea typeface="Plus Jakarta Sans"/>
              </a:rPr>
              <a:t>Banco de Tempo</a:t>
            </a:r>
            <a:endParaRPr b="0" lang="pt-PT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" name="Google Shape;220;p19"/>
          <p:cNvSpPr/>
          <p:nvPr/>
        </p:nvSpPr>
        <p:spPr>
          <a:xfrm>
            <a:off x="9291600" y="4038480"/>
            <a:ext cx="2004480" cy="32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pt-PT" sz="1050" spc="-1" strike="noStrike">
                <a:solidFill>
                  <a:srgbClr val="64748b"/>
                </a:solidFill>
                <a:latin typeface="Plus Jakarta Sans"/>
                <a:ea typeface="Plus Jakarta Sans"/>
              </a:rPr>
              <a:t>Crédito automático de horas na conta do voluntário.</a:t>
            </a:r>
            <a:endParaRPr b="0" lang="pt-PT" sz="10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225;p20"/>
          <p:cNvSpPr/>
          <p:nvPr/>
        </p:nvSpPr>
        <p:spPr>
          <a:xfrm>
            <a:off x="762120" y="2924280"/>
            <a:ext cx="5257440" cy="980640"/>
          </a:xfrm>
          <a:prstGeom prst="roundRect">
            <a:avLst>
              <a:gd name="adj" fmla="val 11650"/>
            </a:avLst>
          </a:prstGeom>
          <a:solidFill>
            <a:srgbClr val="f8fafc"/>
          </a:solidFill>
          <a:ln w="9525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pt-PT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3" name="Google Shape;226;p20"/>
          <p:cNvSpPr/>
          <p:nvPr/>
        </p:nvSpPr>
        <p:spPr>
          <a:xfrm>
            <a:off x="6172200" y="2924280"/>
            <a:ext cx="5257440" cy="980640"/>
          </a:xfrm>
          <a:prstGeom prst="roundRect">
            <a:avLst>
              <a:gd name="adj" fmla="val 11650"/>
            </a:avLst>
          </a:prstGeom>
          <a:solidFill>
            <a:srgbClr val="f8fafc"/>
          </a:solidFill>
          <a:ln w="9525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pt-PT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" name="Google Shape;227;p20"/>
          <p:cNvSpPr/>
          <p:nvPr/>
        </p:nvSpPr>
        <p:spPr>
          <a:xfrm>
            <a:off x="762120" y="4057560"/>
            <a:ext cx="5257440" cy="809280"/>
          </a:xfrm>
          <a:prstGeom prst="roundRect">
            <a:avLst>
              <a:gd name="adj" fmla="val 14117"/>
            </a:avLst>
          </a:prstGeom>
          <a:solidFill>
            <a:srgbClr val="f8fafc"/>
          </a:solidFill>
          <a:ln w="9525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pt-PT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" name="Google Shape;228;p20"/>
          <p:cNvSpPr/>
          <p:nvPr/>
        </p:nvSpPr>
        <p:spPr>
          <a:xfrm>
            <a:off x="6172200" y="4057560"/>
            <a:ext cx="5257440" cy="809280"/>
          </a:xfrm>
          <a:prstGeom prst="roundRect">
            <a:avLst>
              <a:gd name="adj" fmla="val 14117"/>
            </a:avLst>
          </a:prstGeom>
          <a:solidFill>
            <a:srgbClr val="f8fafc"/>
          </a:solidFill>
          <a:ln w="9525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pt-PT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" name="Google Shape;229;p20"/>
          <p:cNvSpPr/>
          <p:nvPr/>
        </p:nvSpPr>
        <p:spPr>
          <a:xfrm>
            <a:off x="762120" y="533520"/>
            <a:ext cx="1142964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pt-PT" sz="1050" spc="-1" strike="noStrike">
                <a:solidFill>
                  <a:srgbClr val="0d9488"/>
                </a:solidFill>
                <a:latin typeface="Plus Jakarta Sans"/>
                <a:ea typeface="Plus Jakarta Sans"/>
              </a:rPr>
              <a:t>07. ROADMAP TÉCNICO</a:t>
            </a:r>
            <a:endParaRPr b="0" lang="pt-PT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7" name="Google Shape;230;p20"/>
          <p:cNvSpPr/>
          <p:nvPr/>
        </p:nvSpPr>
        <p:spPr>
          <a:xfrm>
            <a:off x="762120" y="781200"/>
            <a:ext cx="11429640" cy="36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pt-PT" sz="2400" spc="-1" strike="noStrike">
                <a:solidFill>
                  <a:srgbClr val="0f172a"/>
                </a:solidFill>
                <a:latin typeface="Plus Jakarta Sans"/>
                <a:ea typeface="Plus Jakarta Sans"/>
              </a:rPr>
              <a:t>Estrutura de Épicos de Desenvolvimento</a:t>
            </a:r>
            <a:endParaRPr b="0" lang="pt-PT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" name="Google Shape;231;p20"/>
          <p:cNvSpPr/>
          <p:nvPr/>
        </p:nvSpPr>
        <p:spPr>
          <a:xfrm>
            <a:off x="961920" y="3124080"/>
            <a:ext cx="6375600" cy="18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pt-PT" sz="1200" spc="-1" strike="noStrike">
                <a:solidFill>
                  <a:srgbClr val="0d9488"/>
                </a:solidFill>
                <a:latin typeface="Plus Jakarta Sans"/>
                <a:ea typeface="Plus Jakarta Sans"/>
              </a:rPr>
              <a:t>ÉPICO #1 • Perfis &amp; Triagem</a:t>
            </a:r>
            <a:endParaRPr b="0" lang="pt-PT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" name="Google Shape;232;p20"/>
          <p:cNvSpPr/>
          <p:nvPr/>
        </p:nvSpPr>
        <p:spPr>
          <a:xfrm>
            <a:off x="961920" y="3362400"/>
            <a:ext cx="495252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pt-PT" sz="1050" spc="-1" strike="noStrike">
                <a:solidFill>
                  <a:srgbClr val="64748b"/>
                </a:solidFill>
                <a:latin typeface="Plus Jakarta Sans"/>
                <a:ea typeface="Plus Jakarta Sans"/>
              </a:rPr>
              <a:t>Parametrização de condicionantes de mobilidade e gestão de canais assistidos.</a:t>
            </a:r>
            <a:endParaRPr b="0" lang="pt-PT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" name="Google Shape;233;p20"/>
          <p:cNvSpPr/>
          <p:nvPr/>
        </p:nvSpPr>
        <p:spPr>
          <a:xfrm>
            <a:off x="6372360" y="3124080"/>
            <a:ext cx="5819400" cy="18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pt-PT" sz="1200" spc="-1" strike="noStrike">
                <a:solidFill>
                  <a:srgbClr val="0d9488"/>
                </a:solidFill>
                <a:latin typeface="Plus Jakarta Sans"/>
                <a:ea typeface="Plus Jakarta Sans"/>
              </a:rPr>
              <a:t>ÉPICO #2 • Engine de Matching</a:t>
            </a:r>
            <a:endParaRPr b="0" lang="pt-PT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" name="Google Shape;234;p20"/>
          <p:cNvSpPr/>
          <p:nvPr/>
        </p:nvSpPr>
        <p:spPr>
          <a:xfrm>
            <a:off x="6372360" y="3362400"/>
            <a:ext cx="581940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pt-PT" sz="1050" spc="-1" strike="noStrike">
                <a:solidFill>
                  <a:srgbClr val="64748b"/>
                </a:solidFill>
                <a:latin typeface="Plus Jakarta Sans"/>
                <a:ea typeface="Plus Jakarta Sans"/>
              </a:rPr>
              <a:t>Motor de regras para alocação de frota híbrida e operadores de contingência.</a:t>
            </a:r>
            <a:endParaRPr b="0" lang="pt-PT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" name="Google Shape;235;p20"/>
          <p:cNvSpPr/>
          <p:nvPr/>
        </p:nvSpPr>
        <p:spPr>
          <a:xfrm>
            <a:off x="961920" y="4257720"/>
            <a:ext cx="6375600" cy="18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pt-PT" sz="1200" spc="-1" strike="noStrike">
                <a:solidFill>
                  <a:srgbClr val="0d9488"/>
                </a:solidFill>
                <a:latin typeface="Plus Jakarta Sans"/>
                <a:ea typeface="Plus Jakarta Sans"/>
              </a:rPr>
              <a:t>ÉPICO #3 • App &amp; Banco de Tempo</a:t>
            </a:r>
            <a:endParaRPr b="0" lang="pt-PT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" name="Google Shape;236;p20"/>
          <p:cNvSpPr/>
          <p:nvPr/>
        </p:nvSpPr>
        <p:spPr>
          <a:xfrm>
            <a:off x="961920" y="4495680"/>
            <a:ext cx="607176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pt-PT" sz="1050" spc="-1" strike="noStrike">
                <a:solidFill>
                  <a:srgbClr val="64748b"/>
                </a:solidFill>
                <a:latin typeface="Plus Jakarta Sans"/>
                <a:ea typeface="Plus Jakarta Sans"/>
              </a:rPr>
              <a:t>Aplicação móvel do condutor voluntário e contabilidade de horas prestadas.</a:t>
            </a:r>
            <a:endParaRPr b="0" lang="pt-PT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" name="Google Shape;237;p20"/>
          <p:cNvSpPr/>
          <p:nvPr/>
        </p:nvSpPr>
        <p:spPr>
          <a:xfrm>
            <a:off x="6372360" y="4257720"/>
            <a:ext cx="5819400" cy="18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pt-PT" sz="1200" spc="-1" strike="noStrike">
                <a:solidFill>
                  <a:srgbClr val="0d9488"/>
                </a:solidFill>
                <a:latin typeface="Plus Jakarta Sans"/>
                <a:ea typeface="Plus Jakarta Sans"/>
              </a:rPr>
              <a:t>ÉPICO #4 • IoT &amp; Telemática</a:t>
            </a:r>
            <a:endParaRPr b="0" lang="pt-PT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" name="Google Shape;238;p20"/>
          <p:cNvSpPr/>
          <p:nvPr/>
        </p:nvSpPr>
        <p:spPr>
          <a:xfrm>
            <a:off x="6372360" y="4495680"/>
            <a:ext cx="581940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pt-PT" sz="1050" spc="-1" strike="noStrike">
                <a:solidFill>
                  <a:srgbClr val="64748b"/>
                </a:solidFill>
                <a:latin typeface="Plus Jakarta Sans"/>
                <a:ea typeface="Plus Jakarta Sans"/>
              </a:rPr>
              <a:t>Módulo hospitalar de sinalização de "Fim de Consulta" e rastreamento GPS.</a:t>
            </a:r>
            <a:endParaRPr b="0" lang="pt-PT" sz="10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84;p 1"/>
          <p:cNvSpPr/>
          <p:nvPr/>
        </p:nvSpPr>
        <p:spPr>
          <a:xfrm>
            <a:off x="762120" y="1824120"/>
            <a:ext cx="5181120" cy="4142880"/>
          </a:xfrm>
          <a:prstGeom prst="roundRect">
            <a:avLst>
              <a:gd name="adj" fmla="val 3678"/>
            </a:avLst>
          </a:prstGeom>
          <a:solidFill>
            <a:srgbClr val="f8fafc"/>
          </a:solidFill>
          <a:ln w="9525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endParaRPr b="0" lang="pt-PT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7" name="Google Shape;85;p 2"/>
          <p:cNvSpPr/>
          <p:nvPr/>
        </p:nvSpPr>
        <p:spPr>
          <a:xfrm>
            <a:off x="6248520" y="2352600"/>
            <a:ext cx="5181120" cy="3085920"/>
          </a:xfrm>
          <a:prstGeom prst="roundRect">
            <a:avLst>
              <a:gd name="adj" fmla="val 4938"/>
            </a:avLst>
          </a:prstGeom>
          <a:solidFill>
            <a:srgbClr val="f8fafc"/>
          </a:solidFill>
          <a:ln w="9525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endParaRPr b="0" lang="pt-PT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" name="Google Shape;86;p 2"/>
          <p:cNvSpPr/>
          <p:nvPr/>
        </p:nvSpPr>
        <p:spPr>
          <a:xfrm>
            <a:off x="1038240" y="2671920"/>
            <a:ext cx="4628880" cy="90432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endParaRPr b="0" lang="pt-PT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" name="Google Shape;87;p 2"/>
          <p:cNvSpPr/>
          <p:nvPr/>
        </p:nvSpPr>
        <p:spPr>
          <a:xfrm>
            <a:off x="1038240" y="3728880"/>
            <a:ext cx="4628880" cy="90432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endParaRPr b="0" lang="pt-PT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0" name="Google Shape;88;p 2"/>
          <p:cNvSpPr/>
          <p:nvPr/>
        </p:nvSpPr>
        <p:spPr>
          <a:xfrm>
            <a:off x="1038240" y="4786200"/>
            <a:ext cx="4628880" cy="90432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endParaRPr b="0" lang="pt-PT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" name="Google Shape;89;p 2"/>
          <p:cNvSpPr/>
          <p:nvPr/>
        </p:nvSpPr>
        <p:spPr>
          <a:xfrm>
            <a:off x="6524640" y="3200400"/>
            <a:ext cx="4628880" cy="90432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endParaRPr b="0" lang="pt-PT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" name="Google Shape;90;p 2"/>
          <p:cNvSpPr/>
          <p:nvPr/>
        </p:nvSpPr>
        <p:spPr>
          <a:xfrm>
            <a:off x="6524640" y="4257720"/>
            <a:ext cx="4628880" cy="90432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endParaRPr b="0" lang="pt-PT" sz="14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93" name="Google Shape;91;p 2" descr="image.png"/>
          <p:cNvPicPr/>
          <p:nvPr/>
        </p:nvPicPr>
        <p:blipFill>
          <a:blip r:embed="rId1"/>
          <a:stretch/>
        </p:blipFill>
        <p:spPr>
          <a:xfrm>
            <a:off x="1038240" y="2100240"/>
            <a:ext cx="380520" cy="380520"/>
          </a:xfrm>
          <a:prstGeom prst="rect">
            <a:avLst/>
          </a:prstGeom>
          <a:ln w="0">
            <a:noFill/>
          </a:ln>
        </p:spPr>
      </p:pic>
      <p:pic>
        <p:nvPicPr>
          <p:cNvPr id="194" name="Google Shape;92;p 2" descr="image.png"/>
          <p:cNvPicPr/>
          <p:nvPr/>
        </p:nvPicPr>
        <p:blipFill>
          <a:blip r:embed="rId2"/>
          <a:stretch/>
        </p:blipFill>
        <p:spPr>
          <a:xfrm>
            <a:off x="6524640" y="2629080"/>
            <a:ext cx="380520" cy="380520"/>
          </a:xfrm>
          <a:prstGeom prst="rect">
            <a:avLst/>
          </a:prstGeom>
          <a:ln w="0">
            <a:noFill/>
          </a:ln>
        </p:spPr>
      </p:pic>
      <p:pic>
        <p:nvPicPr>
          <p:cNvPr id="195" name="Google Shape;93;p 2" descr="image.png"/>
          <p:cNvPicPr/>
          <p:nvPr/>
        </p:nvPicPr>
        <p:blipFill>
          <a:blip r:embed="rId3"/>
          <a:stretch/>
        </p:blipFill>
        <p:spPr>
          <a:xfrm>
            <a:off x="1119240" y="2205000"/>
            <a:ext cx="218880" cy="171000"/>
          </a:xfrm>
          <a:prstGeom prst="rect">
            <a:avLst/>
          </a:prstGeom>
          <a:ln w="0">
            <a:noFill/>
          </a:ln>
        </p:spPr>
      </p:pic>
      <p:pic>
        <p:nvPicPr>
          <p:cNvPr id="196" name="Google Shape;94;p 2" descr="image.png"/>
          <p:cNvPicPr/>
          <p:nvPr/>
        </p:nvPicPr>
        <p:blipFill>
          <a:blip r:embed="rId4"/>
          <a:stretch/>
        </p:blipFill>
        <p:spPr>
          <a:xfrm>
            <a:off x="6629400" y="2733840"/>
            <a:ext cx="171000" cy="171000"/>
          </a:xfrm>
          <a:prstGeom prst="rect">
            <a:avLst/>
          </a:prstGeom>
          <a:ln w="0">
            <a:noFill/>
          </a:ln>
        </p:spPr>
      </p:pic>
      <p:sp>
        <p:nvSpPr>
          <p:cNvPr id="197" name="Google Shape;95;p 2"/>
          <p:cNvSpPr/>
          <p:nvPr/>
        </p:nvSpPr>
        <p:spPr>
          <a:xfrm>
            <a:off x="762120" y="533520"/>
            <a:ext cx="1142964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pt-PT" sz="1050" spc="-1" strike="noStrike">
                <a:solidFill>
                  <a:srgbClr val="0d9488"/>
                </a:solidFill>
                <a:latin typeface="Plus Jakarta Sans"/>
                <a:ea typeface="Plus Jakarta Sans"/>
              </a:rPr>
              <a:t>08. FRONTEIRAS DO SISTEMA</a:t>
            </a:r>
            <a:endParaRPr b="0" lang="pt-PT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8" name="Google Shape;96;p 2"/>
          <p:cNvSpPr/>
          <p:nvPr/>
        </p:nvSpPr>
        <p:spPr>
          <a:xfrm>
            <a:off x="762120" y="781200"/>
            <a:ext cx="11429640" cy="36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pt-PT" sz="2400" spc="-1" strike="noStrike">
                <a:solidFill>
                  <a:srgbClr val="0f172a"/>
                </a:solidFill>
                <a:latin typeface="Plus Jakarta Sans"/>
                <a:ea typeface="Plus Jakarta Sans"/>
              </a:rPr>
              <a:t>Pressupostos, Dependências &amp; Exclusões</a:t>
            </a:r>
            <a:endParaRPr b="0" lang="pt-PT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" name="Google Shape;97;p 2"/>
          <p:cNvSpPr/>
          <p:nvPr/>
        </p:nvSpPr>
        <p:spPr>
          <a:xfrm>
            <a:off x="1533600" y="2171880"/>
            <a:ext cx="2724840" cy="22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pt-PT" sz="1500" spc="-1" strike="noStrike">
                <a:solidFill>
                  <a:srgbClr val="0f172a"/>
                </a:solidFill>
                <a:latin typeface="Plus Jakarta Sans"/>
                <a:ea typeface="Plus Jakarta Sans"/>
              </a:rPr>
              <a:t>Dependências Críticas</a:t>
            </a:r>
            <a:endParaRPr b="0" lang="pt-PT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" name="Google Shape;98;p 2"/>
          <p:cNvSpPr/>
          <p:nvPr/>
        </p:nvSpPr>
        <p:spPr>
          <a:xfrm>
            <a:off x="1200240" y="2833560"/>
            <a:ext cx="5650560" cy="18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pt-PT" sz="1200" spc="-1" strike="noStrike">
                <a:solidFill>
                  <a:srgbClr val="0d9488"/>
                </a:solidFill>
                <a:latin typeface="Plus Jakarta Sans"/>
                <a:ea typeface="Plus Jakarta Sans"/>
              </a:rPr>
              <a:t>Adoção Hospitalar</a:t>
            </a:r>
            <a:endParaRPr b="0" lang="pt-PT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" name="Google Shape;99;p 2"/>
          <p:cNvSpPr/>
          <p:nvPr/>
        </p:nvSpPr>
        <p:spPr>
          <a:xfrm>
            <a:off x="1200240" y="3071880"/>
            <a:ext cx="4400280" cy="32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pt-PT" sz="1050" spc="-1" strike="noStrike">
                <a:solidFill>
                  <a:srgbClr val="64748b"/>
                </a:solidFill>
                <a:latin typeface="Plus Jakarta Sans"/>
                <a:ea typeface="Plus Jakarta Sans"/>
              </a:rPr>
              <a:t>Cooperação das unidades de saúde para instalação dos pontos de sinalização de "Fim de Consulta".</a:t>
            </a:r>
            <a:endParaRPr b="0" lang="pt-PT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2" name="Google Shape;100;p 2"/>
          <p:cNvSpPr/>
          <p:nvPr/>
        </p:nvSpPr>
        <p:spPr>
          <a:xfrm>
            <a:off x="1200240" y="3890880"/>
            <a:ext cx="5650560" cy="18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pt-PT" sz="1200" spc="-1" strike="noStrike">
                <a:solidFill>
                  <a:srgbClr val="0d9488"/>
                </a:solidFill>
                <a:latin typeface="Plus Jakarta Sans"/>
                <a:ea typeface="Plus Jakarta Sans"/>
              </a:rPr>
              <a:t>Partilha de Meios</a:t>
            </a:r>
            <a:endParaRPr b="0" lang="pt-PT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3" name="Google Shape;101;p 2"/>
          <p:cNvSpPr/>
          <p:nvPr/>
        </p:nvSpPr>
        <p:spPr>
          <a:xfrm>
            <a:off x="1200240" y="4129200"/>
            <a:ext cx="4400280" cy="32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pt-PT" sz="1050" spc="-1" strike="noStrike">
                <a:solidFill>
                  <a:srgbClr val="64748b"/>
                </a:solidFill>
                <a:latin typeface="Plus Jakarta Sans"/>
                <a:ea typeface="Plus Jakarta Sans"/>
              </a:rPr>
              <a:t>Protocolos com Municípios e IPSSs para cedência de viaturas adaptadas em subaproveitamento.</a:t>
            </a:r>
            <a:endParaRPr b="0" lang="pt-PT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4" name="Google Shape;102;p 2"/>
          <p:cNvSpPr/>
          <p:nvPr/>
        </p:nvSpPr>
        <p:spPr>
          <a:xfrm>
            <a:off x="1200240" y="4948200"/>
            <a:ext cx="5650560" cy="18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pt-PT" sz="1200" spc="-1" strike="noStrike">
                <a:solidFill>
                  <a:srgbClr val="0d9488"/>
                </a:solidFill>
                <a:latin typeface="Plus Jakarta Sans"/>
                <a:ea typeface="Plus Jakarta Sans"/>
              </a:rPr>
              <a:t>Conectividade Móvel</a:t>
            </a:r>
            <a:endParaRPr b="0" lang="pt-PT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5" name="Google Shape;103;p 2"/>
          <p:cNvSpPr/>
          <p:nvPr/>
        </p:nvSpPr>
        <p:spPr>
          <a:xfrm>
            <a:off x="1200240" y="5186520"/>
            <a:ext cx="4400280" cy="32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pt-PT" sz="1050" spc="-1" strike="noStrike">
                <a:solidFill>
                  <a:srgbClr val="64748b"/>
                </a:solidFill>
                <a:latin typeface="Plus Jakarta Sans"/>
                <a:ea typeface="Plus Jakarta Sans"/>
              </a:rPr>
              <a:t>Rede de dados móveis ativa para comunicação contínua com a App do voluntário e telemática.</a:t>
            </a:r>
            <a:endParaRPr b="0" lang="pt-PT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6" name="Google Shape;104;p 2"/>
          <p:cNvSpPr/>
          <p:nvPr/>
        </p:nvSpPr>
        <p:spPr>
          <a:xfrm>
            <a:off x="7020000" y="2700360"/>
            <a:ext cx="3937680" cy="22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pt-PT" sz="1500" spc="-1" strike="noStrike">
                <a:solidFill>
                  <a:srgbClr val="0f172a"/>
                </a:solidFill>
                <a:latin typeface="Plus Jakarta Sans"/>
                <a:ea typeface="Plus Jakarta Sans"/>
              </a:rPr>
              <a:t>Fora do Âmbito (Out-of-Scope)</a:t>
            </a:r>
            <a:endParaRPr b="0" lang="pt-PT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7" name="Google Shape;105;p 2"/>
          <p:cNvSpPr/>
          <p:nvPr/>
        </p:nvSpPr>
        <p:spPr>
          <a:xfrm>
            <a:off x="6686640" y="3362400"/>
            <a:ext cx="5505120" cy="18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pt-PT" sz="1200" spc="-1" strike="noStrike">
                <a:solidFill>
                  <a:srgbClr val="e11d48"/>
                </a:solidFill>
                <a:latin typeface="Plus Jakarta Sans"/>
                <a:ea typeface="Plus Jakarta Sans"/>
              </a:rPr>
              <a:t>Emergência Médica</a:t>
            </a:r>
            <a:endParaRPr b="0" lang="pt-PT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8" name="Google Shape;106;p 2"/>
          <p:cNvSpPr/>
          <p:nvPr/>
        </p:nvSpPr>
        <p:spPr>
          <a:xfrm>
            <a:off x="6686640" y="3600360"/>
            <a:ext cx="4400280" cy="32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pt-PT" sz="1050" spc="-1" strike="noStrike">
                <a:solidFill>
                  <a:srgbClr val="64748b"/>
                </a:solidFill>
                <a:latin typeface="Plus Jakarta Sans"/>
                <a:ea typeface="Plus Jakarta Sans"/>
              </a:rPr>
              <a:t>Sem socorro pré-hospitalar ou situações urgentes (competência exclusiva do INEM / 112).</a:t>
            </a:r>
            <a:endParaRPr b="0" lang="pt-PT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9" name="Google Shape;107;p 2"/>
          <p:cNvSpPr/>
          <p:nvPr/>
        </p:nvSpPr>
        <p:spPr>
          <a:xfrm>
            <a:off x="6686640" y="4419720"/>
            <a:ext cx="5505120" cy="18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pt-PT" sz="1200" spc="-1" strike="noStrike">
                <a:solidFill>
                  <a:srgbClr val="e11d48"/>
                </a:solidFill>
                <a:latin typeface="Plus Jakarta Sans"/>
                <a:ea typeface="Plus Jakarta Sans"/>
              </a:rPr>
              <a:t>Manutenção Automóvel</a:t>
            </a:r>
            <a:endParaRPr b="0" lang="pt-PT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0" name="Google Shape;108;p 2"/>
          <p:cNvSpPr/>
          <p:nvPr/>
        </p:nvSpPr>
        <p:spPr>
          <a:xfrm>
            <a:off x="6686640" y="4657680"/>
            <a:ext cx="4400280" cy="32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pt-PT" sz="1050" spc="-1" strike="noStrike">
                <a:solidFill>
                  <a:srgbClr val="64748b"/>
                </a:solidFill>
                <a:latin typeface="Plus Jakarta Sans"/>
                <a:ea typeface="Plus Jakarta Sans"/>
              </a:rPr>
              <a:t>Sem gestão direta da manutenção mecânica, inspeções ou reparações dos veículos dos voluntários.</a:t>
            </a:r>
            <a:endParaRPr b="0" lang="pt-PT" sz="10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0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20</TotalTime>
  <Application>LibreOffice/24.2.7.2$Linux_X86_64 LibreOffice_project/420$Build-2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pt-PT</dc:language>
  <cp:lastModifiedBy/>
  <dcterms:modified xsi:type="dcterms:W3CDTF">2026-10-10T14:32:04Z</dcterms:modified>
  <cp:revision>3</cp:revision>
  <dc:subject/>
  <dc:title/>
</cp:coreProperties>
</file>